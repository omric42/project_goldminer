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582" r:id="rId5"/>
    <p:sldId id="573" r:id="rId6"/>
    <p:sldId id="574" r:id="rId7"/>
    <p:sldId id="575" r:id="rId8"/>
    <p:sldId id="576" r:id="rId9"/>
    <p:sldId id="577" r:id="rId10"/>
    <p:sldId id="578" r:id="rId11"/>
    <p:sldId id="579" r:id="rId12"/>
    <p:sldId id="585" r:id="rId13"/>
    <p:sldId id="580" r:id="rId14"/>
    <p:sldId id="5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B6B919-8668-4242-A4E2-B6BC2AD129B0}" v="70" dt="2024-02-24T10:04:58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Lev" userId="07ccd09a-bc29-473c-a07b-a9dd69deec57" providerId="ADAL" clId="{43B6B919-8668-4242-A4E2-B6BC2AD129B0}"/>
    <pc:docChg chg="undo custSel delSld modSld">
      <pc:chgData name="Eyal Lev" userId="07ccd09a-bc29-473c-a07b-a9dd69deec57" providerId="ADAL" clId="{43B6B919-8668-4242-A4E2-B6BC2AD129B0}" dt="2024-02-24T10:07:13.160" v="191" actId="692"/>
      <pc:docMkLst>
        <pc:docMk/>
      </pc:docMkLst>
      <pc:sldChg chg="del">
        <pc:chgData name="Eyal Lev" userId="07ccd09a-bc29-473c-a07b-a9dd69deec57" providerId="ADAL" clId="{43B6B919-8668-4242-A4E2-B6BC2AD129B0}" dt="2024-02-24T09:02:30.014" v="71" actId="2696"/>
        <pc:sldMkLst>
          <pc:docMk/>
          <pc:sldMk cId="131307161" sldId="572"/>
        </pc:sldMkLst>
      </pc:sldChg>
      <pc:sldChg chg="modSp mod modAnim">
        <pc:chgData name="Eyal Lev" userId="07ccd09a-bc29-473c-a07b-a9dd69deec57" providerId="ADAL" clId="{43B6B919-8668-4242-A4E2-B6BC2AD129B0}" dt="2024-02-24T09:11:03.755" v="88"/>
        <pc:sldMkLst>
          <pc:docMk/>
          <pc:sldMk cId="91649174" sldId="573"/>
        </pc:sldMkLst>
        <pc:spChg chg="mod">
          <ac:chgData name="Eyal Lev" userId="07ccd09a-bc29-473c-a07b-a9dd69deec57" providerId="ADAL" clId="{43B6B919-8668-4242-A4E2-B6BC2AD129B0}" dt="2024-02-24T09:05:22.871" v="83" actId="20577"/>
          <ac:spMkLst>
            <pc:docMk/>
            <pc:sldMk cId="91649174" sldId="573"/>
            <ac:spMk id="5" creationId="{87E5C8AD-DF8D-42ED-BB22-6E6FEB57A41B}"/>
          </ac:spMkLst>
        </pc:spChg>
      </pc:sldChg>
      <pc:sldChg chg="modSp mod modAnim">
        <pc:chgData name="Eyal Lev" userId="07ccd09a-bc29-473c-a07b-a9dd69deec57" providerId="ADAL" clId="{43B6B919-8668-4242-A4E2-B6BC2AD129B0}" dt="2024-02-24T10:07:13.160" v="191" actId="692"/>
        <pc:sldMkLst>
          <pc:docMk/>
          <pc:sldMk cId="2616833283" sldId="574"/>
        </pc:sldMkLst>
        <pc:spChg chg="mod">
          <ac:chgData name="Eyal Lev" userId="07ccd09a-bc29-473c-a07b-a9dd69deec57" providerId="ADAL" clId="{43B6B919-8668-4242-A4E2-B6BC2AD129B0}" dt="2024-02-24T09:44:56.503" v="108" actId="20577"/>
          <ac:spMkLst>
            <pc:docMk/>
            <pc:sldMk cId="2616833283" sldId="574"/>
            <ac:spMk id="5" creationId="{87E5C8AD-DF8D-42ED-BB22-6E6FEB57A41B}"/>
          </ac:spMkLst>
        </pc:spChg>
        <pc:spChg chg="mod">
          <ac:chgData name="Eyal Lev" userId="07ccd09a-bc29-473c-a07b-a9dd69deec57" providerId="ADAL" clId="{43B6B919-8668-4242-A4E2-B6BC2AD129B0}" dt="2024-02-24T10:07:13.160" v="191" actId="692"/>
          <ac:spMkLst>
            <pc:docMk/>
            <pc:sldMk cId="2616833283" sldId="574"/>
            <ac:spMk id="22" creationId="{2D72A016-31F3-446C-999B-336B736979C9}"/>
          </ac:spMkLst>
        </pc:spChg>
      </pc:sldChg>
      <pc:sldChg chg="modSp mod modAnim">
        <pc:chgData name="Eyal Lev" userId="07ccd09a-bc29-473c-a07b-a9dd69deec57" providerId="ADAL" clId="{43B6B919-8668-4242-A4E2-B6BC2AD129B0}" dt="2024-02-24T09:46:34.619" v="115"/>
        <pc:sldMkLst>
          <pc:docMk/>
          <pc:sldMk cId="771567317" sldId="575"/>
        </pc:sldMkLst>
        <pc:spChg chg="mod">
          <ac:chgData name="Eyal Lev" userId="07ccd09a-bc29-473c-a07b-a9dd69deec57" providerId="ADAL" clId="{43B6B919-8668-4242-A4E2-B6BC2AD129B0}" dt="2024-02-24T08:56:32.151" v="63" actId="20577"/>
          <ac:spMkLst>
            <pc:docMk/>
            <pc:sldMk cId="771567317" sldId="575"/>
            <ac:spMk id="5" creationId="{87E5C8AD-DF8D-42ED-BB22-6E6FEB57A41B}"/>
          </ac:spMkLst>
        </pc:spChg>
      </pc:sldChg>
      <pc:sldChg chg="modAnim">
        <pc:chgData name="Eyal Lev" userId="07ccd09a-bc29-473c-a07b-a9dd69deec57" providerId="ADAL" clId="{43B6B919-8668-4242-A4E2-B6BC2AD129B0}" dt="2024-02-24T09:47:24.614" v="118"/>
        <pc:sldMkLst>
          <pc:docMk/>
          <pc:sldMk cId="3115118281" sldId="577"/>
        </pc:sldMkLst>
      </pc:sldChg>
      <pc:sldChg chg="modSp mod modAnim">
        <pc:chgData name="Eyal Lev" userId="07ccd09a-bc29-473c-a07b-a9dd69deec57" providerId="ADAL" clId="{43B6B919-8668-4242-A4E2-B6BC2AD129B0}" dt="2024-02-24T09:49:15.320" v="123"/>
        <pc:sldMkLst>
          <pc:docMk/>
          <pc:sldMk cId="3147481454" sldId="578"/>
        </pc:sldMkLst>
        <pc:spChg chg="mod">
          <ac:chgData name="Eyal Lev" userId="07ccd09a-bc29-473c-a07b-a9dd69deec57" providerId="ADAL" clId="{43B6B919-8668-4242-A4E2-B6BC2AD129B0}" dt="2024-02-24T08:59:02.315" v="68" actId="20577"/>
          <ac:spMkLst>
            <pc:docMk/>
            <pc:sldMk cId="3147481454" sldId="578"/>
            <ac:spMk id="3" creationId="{E45272DB-1BA6-4707-B1CF-312AEBCD9F53}"/>
          </ac:spMkLst>
        </pc:spChg>
      </pc:sldChg>
      <pc:sldChg chg="modSp mod modAnim">
        <pc:chgData name="Eyal Lev" userId="07ccd09a-bc29-473c-a07b-a9dd69deec57" providerId="ADAL" clId="{43B6B919-8668-4242-A4E2-B6BC2AD129B0}" dt="2024-02-24T09:56:51.121" v="153"/>
        <pc:sldMkLst>
          <pc:docMk/>
          <pc:sldMk cId="420664543" sldId="579"/>
        </pc:sldMkLst>
        <pc:spChg chg="mod">
          <ac:chgData name="Eyal Lev" userId="07ccd09a-bc29-473c-a07b-a9dd69deec57" providerId="ADAL" clId="{43B6B919-8668-4242-A4E2-B6BC2AD129B0}" dt="2024-02-24T09:50:02.573" v="128" actId="20577"/>
          <ac:spMkLst>
            <pc:docMk/>
            <pc:sldMk cId="420664543" sldId="579"/>
            <ac:spMk id="3" creationId="{E45272DB-1BA6-4707-B1CF-312AEBCD9F53}"/>
          </ac:spMkLst>
        </pc:spChg>
      </pc:sldChg>
      <pc:sldChg chg="modSp modAnim">
        <pc:chgData name="Eyal Lev" userId="07ccd09a-bc29-473c-a07b-a9dd69deec57" providerId="ADAL" clId="{43B6B919-8668-4242-A4E2-B6BC2AD129B0}" dt="2024-02-24T10:01:58.362" v="173"/>
        <pc:sldMkLst>
          <pc:docMk/>
          <pc:sldMk cId="2591151723" sldId="580"/>
        </pc:sldMkLst>
        <pc:spChg chg="mod">
          <ac:chgData name="Eyal Lev" userId="07ccd09a-bc29-473c-a07b-a9dd69deec57" providerId="ADAL" clId="{43B6B919-8668-4242-A4E2-B6BC2AD129B0}" dt="2024-02-24T10:01:23.423" v="167" actId="20578"/>
          <ac:spMkLst>
            <pc:docMk/>
            <pc:sldMk cId="2591151723" sldId="580"/>
            <ac:spMk id="3" creationId="{BF525266-876C-390B-9B05-C165C480755C}"/>
          </ac:spMkLst>
        </pc:spChg>
      </pc:sldChg>
      <pc:sldChg chg="modAnim">
        <pc:chgData name="Eyal Lev" userId="07ccd09a-bc29-473c-a07b-a9dd69deec57" providerId="ADAL" clId="{43B6B919-8668-4242-A4E2-B6BC2AD129B0}" dt="2024-02-24T10:02:58.724" v="178"/>
        <pc:sldMkLst>
          <pc:docMk/>
          <pc:sldMk cId="1051176141" sldId="581"/>
        </pc:sldMkLst>
      </pc:sldChg>
      <pc:sldChg chg="del">
        <pc:chgData name="Eyal Lev" userId="07ccd09a-bc29-473c-a07b-a9dd69deec57" providerId="ADAL" clId="{43B6B919-8668-4242-A4E2-B6BC2AD129B0}" dt="2024-02-24T09:00:20.006" v="69" actId="2696"/>
        <pc:sldMkLst>
          <pc:docMk/>
          <pc:sldMk cId="2516118131" sldId="583"/>
        </pc:sldMkLst>
      </pc:sldChg>
      <pc:sldChg chg="del">
        <pc:chgData name="Eyal Lev" userId="07ccd09a-bc29-473c-a07b-a9dd69deec57" providerId="ADAL" clId="{43B6B919-8668-4242-A4E2-B6BC2AD129B0}" dt="2024-02-24T09:01:44.269" v="70" actId="2696"/>
        <pc:sldMkLst>
          <pc:docMk/>
          <pc:sldMk cId="3878447457" sldId="584"/>
        </pc:sldMkLst>
      </pc:sldChg>
      <pc:sldChg chg="modSp mod modAnim">
        <pc:chgData name="Eyal Lev" userId="07ccd09a-bc29-473c-a07b-a9dd69deec57" providerId="ADAL" clId="{43B6B919-8668-4242-A4E2-B6BC2AD129B0}" dt="2024-02-24T10:00:48.063" v="166"/>
        <pc:sldMkLst>
          <pc:docMk/>
          <pc:sldMk cId="944876501" sldId="585"/>
        </pc:sldMkLst>
        <pc:spChg chg="mod">
          <ac:chgData name="Eyal Lev" userId="07ccd09a-bc29-473c-a07b-a9dd69deec57" providerId="ADAL" clId="{43B6B919-8668-4242-A4E2-B6BC2AD129B0}" dt="2024-02-24T10:00:01.615" v="163" actId="1076"/>
          <ac:spMkLst>
            <pc:docMk/>
            <pc:sldMk cId="944876501" sldId="585"/>
            <ac:spMk id="3" creationId="{E45272DB-1BA6-4707-B1CF-312AEBCD9F53}"/>
          </ac:spMkLst>
        </pc:spChg>
        <pc:spChg chg="mod">
          <ac:chgData name="Eyal Lev" userId="07ccd09a-bc29-473c-a07b-a9dd69deec57" providerId="ADAL" clId="{43B6B919-8668-4242-A4E2-B6BC2AD129B0}" dt="2024-02-24T10:00:14.473" v="164" actId="1076"/>
          <ac:spMkLst>
            <pc:docMk/>
            <pc:sldMk cId="944876501" sldId="585"/>
            <ac:spMk id="25" creationId="{BEB5A81D-C5D6-B0A2-AF79-FD69DE9A92D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5779911" y="1169931"/>
            <a:ext cx="6419780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1" y="533401"/>
            <a:ext cx="8206284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3843868"/>
            <a:ext cx="6605667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6EC113-5EF6-48E9-9CE4-D869B359D9CF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F391A-EBEF-4E17-8774-1E7237B3506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4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1585" y="0"/>
            <a:ext cx="8739823" cy="152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1" y="533400"/>
            <a:ext cx="8739823" cy="3767670"/>
          </a:xfrm>
        </p:spPr>
        <p:txBody>
          <a:bodyPr anchor="ctr"/>
          <a:lstStyle>
            <a:lvl1pPr marL="342900" indent="-3429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</a:defRPr>
            </a:lvl1pPr>
            <a:lvl2pPr marL="7429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2pPr>
            <a:lvl3pPr marL="12001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3pPr>
            <a:lvl4pPr marL="16573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4pPr>
            <a:lvl5pPr marL="2114550" indent="-285750"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v"/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533C76-4298-43FB-B1BD-0F0829E2ADDB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E0D89-97D4-42DA-9634-9921BB587AD0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7" name="Group 164"/>
          <p:cNvGrpSpPr>
            <a:grpSpLocks/>
          </p:cNvGrpSpPr>
          <p:nvPr userDrawn="1"/>
        </p:nvGrpSpPr>
        <p:grpSpPr bwMode="auto">
          <a:xfrm>
            <a:off x="9429243" y="137319"/>
            <a:ext cx="2527300" cy="792162"/>
            <a:chOff x="3467" y="348"/>
            <a:chExt cx="831" cy="380"/>
          </a:xfrm>
        </p:grpSpPr>
        <p:sp>
          <p:nvSpPr>
            <p:cNvPr id="8" name="Freeform 110"/>
            <p:cNvSpPr>
              <a:spLocks/>
            </p:cNvSpPr>
            <p:nvPr/>
          </p:nvSpPr>
          <p:spPr bwMode="auto">
            <a:xfrm flipV="1">
              <a:off x="3467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2857 w 27"/>
                <a:gd name="T3" fmla="*/ 56651 h 50"/>
                <a:gd name="T4" fmla="*/ 11276 w 27"/>
                <a:gd name="T5" fmla="*/ 56651 h 50"/>
                <a:gd name="T6" fmla="*/ 11276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276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9" name="Freeform 111"/>
            <p:cNvSpPr>
              <a:spLocks/>
            </p:cNvSpPr>
            <p:nvPr/>
          </p:nvSpPr>
          <p:spPr bwMode="auto">
            <a:xfrm flipV="1">
              <a:off x="3511" y="363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608 w 34"/>
                <a:gd name="T3" fmla="*/ 58838 h 38"/>
                <a:gd name="T4" fmla="*/ 10140 w 34"/>
                <a:gd name="T5" fmla="*/ 50732 h 38"/>
                <a:gd name="T6" fmla="*/ 1 w 34"/>
                <a:gd name="T7" fmla="*/ 58838 h 38"/>
                <a:gd name="T8" fmla="*/ 0 w 34"/>
                <a:gd name="T9" fmla="*/ 54814 h 38"/>
                <a:gd name="T10" fmla="*/ 1 w 34"/>
                <a:gd name="T11" fmla="*/ 50732 h 38"/>
                <a:gd name="T12" fmla="*/ 3304 w 34"/>
                <a:gd name="T13" fmla="*/ 46622 h 38"/>
                <a:gd name="T14" fmla="*/ 4373 w 34"/>
                <a:gd name="T15" fmla="*/ 40842 h 38"/>
                <a:gd name="T16" fmla="*/ 4373 w 34"/>
                <a:gd name="T17" fmla="*/ 37800 h 38"/>
                <a:gd name="T18" fmla="*/ 1 w 34"/>
                <a:gd name="T19" fmla="*/ 0 h 38"/>
                <a:gd name="T20" fmla="*/ 2496 w 34"/>
                <a:gd name="T21" fmla="*/ 0 h 38"/>
                <a:gd name="T22" fmla="*/ 10948 w 34"/>
                <a:gd name="T23" fmla="*/ 10068 h 38"/>
                <a:gd name="T24" fmla="*/ 13421 w 34"/>
                <a:gd name="T25" fmla="*/ 39899 h 38"/>
                <a:gd name="T26" fmla="*/ 20224 w 34"/>
                <a:gd name="T27" fmla="*/ 51197 h 38"/>
                <a:gd name="T28" fmla="*/ 27883 w 34"/>
                <a:gd name="T29" fmla="*/ 30812 h 38"/>
                <a:gd name="T30" fmla="*/ 17763 w 34"/>
                <a:gd name="T31" fmla="*/ 7502 h 38"/>
                <a:gd name="T32" fmla="*/ 12335 w 34"/>
                <a:gd name="T33" fmla="*/ 1 h 38"/>
                <a:gd name="T34" fmla="*/ 17763 w 34"/>
                <a:gd name="T35" fmla="*/ 0 h 38"/>
                <a:gd name="T36" fmla="*/ 37852 w 34"/>
                <a:gd name="T37" fmla="*/ 3081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4"/>
                <a:gd name="T58" fmla="*/ 0 h 38"/>
                <a:gd name="T59" fmla="*/ 34 w 34"/>
                <a:gd name="T60" fmla="*/ 38 h 3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4" h="38">
                  <a:moveTo>
                    <a:pt x="34" y="20"/>
                  </a:moveTo>
                  <a:cubicBezTo>
                    <a:pt x="34" y="31"/>
                    <a:pt x="28" y="38"/>
                    <a:pt x="20" y="38"/>
                  </a:cubicBezTo>
                  <a:cubicBezTo>
                    <a:pt x="14" y="38"/>
                    <a:pt x="12" y="36"/>
                    <a:pt x="9" y="32"/>
                  </a:cubicBezTo>
                  <a:cubicBezTo>
                    <a:pt x="7" y="34"/>
                    <a:pt x="3" y="37"/>
                    <a:pt x="1" y="38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34"/>
                    <a:pt x="1" y="33"/>
                    <a:pt x="1" y="32"/>
                  </a:cubicBezTo>
                  <a:lnTo>
                    <a:pt x="3" y="30"/>
                  </a:lnTo>
                  <a:cubicBezTo>
                    <a:pt x="4" y="28"/>
                    <a:pt x="4" y="28"/>
                    <a:pt x="4" y="26"/>
                  </a:cubicBezTo>
                  <a:cubicBezTo>
                    <a:pt x="4" y="25"/>
                    <a:pt x="4" y="25"/>
                    <a:pt x="4" y="24"/>
                  </a:cubicBezTo>
                  <a:lnTo>
                    <a:pt x="1" y="0"/>
                  </a:lnTo>
                  <a:cubicBezTo>
                    <a:pt x="1" y="0"/>
                    <a:pt x="1" y="0"/>
                    <a:pt x="2" y="0"/>
                  </a:cubicBezTo>
                  <a:cubicBezTo>
                    <a:pt x="5" y="0"/>
                    <a:pt x="9" y="3"/>
                    <a:pt x="10" y="7"/>
                  </a:cubicBezTo>
                  <a:lnTo>
                    <a:pt x="12" y="25"/>
                  </a:lnTo>
                  <a:cubicBezTo>
                    <a:pt x="13" y="30"/>
                    <a:pt x="15" y="33"/>
                    <a:pt x="18" y="33"/>
                  </a:cubicBezTo>
                  <a:cubicBezTo>
                    <a:pt x="22" y="33"/>
                    <a:pt x="25" y="29"/>
                    <a:pt x="25" y="20"/>
                  </a:cubicBezTo>
                  <a:cubicBezTo>
                    <a:pt x="25" y="10"/>
                    <a:pt x="20" y="5"/>
                    <a:pt x="16" y="5"/>
                  </a:cubicBezTo>
                  <a:cubicBezTo>
                    <a:pt x="13" y="5"/>
                    <a:pt x="12" y="4"/>
                    <a:pt x="11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26" y="0"/>
                    <a:pt x="34" y="7"/>
                    <a:pt x="34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0" name="Freeform 112"/>
            <p:cNvSpPr>
              <a:spLocks noEditPoints="1"/>
            </p:cNvSpPr>
            <p:nvPr/>
          </p:nvSpPr>
          <p:spPr bwMode="auto">
            <a:xfrm flipV="1">
              <a:off x="3566" y="362"/>
              <a:ext cx="46" cy="52"/>
            </a:xfrm>
            <a:custGeom>
              <a:avLst/>
              <a:gdLst>
                <a:gd name="T0" fmla="*/ 20471 w 35"/>
                <a:gd name="T1" fmla="*/ 33173 h 39"/>
                <a:gd name="T2" fmla="*/ 20471 w 35"/>
                <a:gd name="T3" fmla="*/ 50975 h 39"/>
                <a:gd name="T4" fmla="*/ 11851 w 35"/>
                <a:gd name="T5" fmla="*/ 39909 h 39"/>
                <a:gd name="T6" fmla="*/ 11851 w 35"/>
                <a:gd name="T7" fmla="*/ 18660 h 39"/>
                <a:gd name="T8" fmla="*/ 20471 w 35"/>
                <a:gd name="T9" fmla="*/ 33173 h 39"/>
                <a:gd name="T10" fmla="*/ 32433 w 35"/>
                <a:gd name="T11" fmla="*/ 31956 h 39"/>
                <a:gd name="T12" fmla="*/ 32433 w 35"/>
                <a:gd name="T13" fmla="*/ 50975 h 39"/>
                <a:gd name="T14" fmla="*/ 24228 w 35"/>
                <a:gd name="T15" fmla="*/ 39909 h 39"/>
                <a:gd name="T16" fmla="*/ 24228 w 35"/>
                <a:gd name="T17" fmla="*/ 30476 h 39"/>
                <a:gd name="T18" fmla="*/ 11508 w 35"/>
                <a:gd name="T19" fmla="*/ 6540 h 39"/>
                <a:gd name="T20" fmla="*/ 9894 w 35"/>
                <a:gd name="T21" fmla="*/ 6540 h 39"/>
                <a:gd name="T22" fmla="*/ 7528 w 35"/>
                <a:gd name="T23" fmla="*/ 51785 h 39"/>
                <a:gd name="T24" fmla="*/ 0 w 35"/>
                <a:gd name="T25" fmla="*/ 39909 h 39"/>
                <a:gd name="T26" fmla="*/ 0 w 35"/>
                <a:gd name="T27" fmla="*/ 38839 h 39"/>
                <a:gd name="T28" fmla="*/ 3857 w 35"/>
                <a:gd name="T29" fmla="*/ 0 h 39"/>
                <a:gd name="T30" fmla="*/ 8756 w 35"/>
                <a:gd name="T31" fmla="*/ 0 h 39"/>
                <a:gd name="T32" fmla="*/ 32433 w 35"/>
                <a:gd name="T33" fmla="*/ 31956 h 3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5"/>
                <a:gd name="T52" fmla="*/ 0 h 39"/>
                <a:gd name="T53" fmla="*/ 35 w 35"/>
                <a:gd name="T54" fmla="*/ 39 h 3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5" h="39">
                  <a:moveTo>
                    <a:pt x="22" y="25"/>
                  </a:moveTo>
                  <a:lnTo>
                    <a:pt x="22" y="38"/>
                  </a:lnTo>
                  <a:cubicBezTo>
                    <a:pt x="17" y="38"/>
                    <a:pt x="13" y="36"/>
                    <a:pt x="13" y="30"/>
                  </a:cubicBezTo>
                  <a:lnTo>
                    <a:pt x="13" y="14"/>
                  </a:lnTo>
                  <a:cubicBezTo>
                    <a:pt x="18" y="15"/>
                    <a:pt x="22" y="18"/>
                    <a:pt x="22" y="25"/>
                  </a:cubicBezTo>
                  <a:close/>
                  <a:moveTo>
                    <a:pt x="35" y="24"/>
                  </a:moveTo>
                  <a:lnTo>
                    <a:pt x="35" y="38"/>
                  </a:lnTo>
                  <a:cubicBezTo>
                    <a:pt x="30" y="38"/>
                    <a:pt x="26" y="36"/>
                    <a:pt x="26" y="30"/>
                  </a:cubicBezTo>
                  <a:lnTo>
                    <a:pt x="26" y="23"/>
                  </a:lnTo>
                  <a:cubicBezTo>
                    <a:pt x="26" y="12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9"/>
                  </a:lnTo>
                  <a:cubicBezTo>
                    <a:pt x="2" y="38"/>
                    <a:pt x="0" y="34"/>
                    <a:pt x="0" y="30"/>
                  </a:cubicBezTo>
                  <a:cubicBezTo>
                    <a:pt x="0" y="30"/>
                    <a:pt x="0" y="29"/>
                    <a:pt x="0" y="29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4" y="0"/>
                    <a:pt x="35" y="10"/>
                    <a:pt x="35" y="24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1" name="Freeform 113"/>
            <p:cNvSpPr>
              <a:spLocks/>
            </p:cNvSpPr>
            <p:nvPr/>
          </p:nvSpPr>
          <p:spPr bwMode="auto">
            <a:xfrm flipV="1">
              <a:off x="3623" y="363"/>
              <a:ext cx="38" cy="52"/>
            </a:xfrm>
            <a:custGeom>
              <a:avLst/>
              <a:gdLst>
                <a:gd name="T0" fmla="*/ 25097 w 29"/>
                <a:gd name="T1" fmla="*/ 11276 h 39"/>
                <a:gd name="T2" fmla="*/ 25097 w 29"/>
                <a:gd name="T3" fmla="*/ 29129 h 39"/>
                <a:gd name="T4" fmla="*/ 9216 w 29"/>
                <a:gd name="T5" fmla="*/ 51785 h 39"/>
                <a:gd name="T6" fmla="*/ 0 w 29"/>
                <a:gd name="T7" fmla="*/ 48997 h 39"/>
                <a:gd name="T8" fmla="*/ 0 w 29"/>
                <a:gd name="T9" fmla="*/ 1 h 39"/>
                <a:gd name="T10" fmla="*/ 6497 w 29"/>
                <a:gd name="T11" fmla="*/ 11276 h 39"/>
                <a:gd name="T12" fmla="*/ 6497 w 29"/>
                <a:gd name="T13" fmla="*/ 45179 h 39"/>
                <a:gd name="T14" fmla="*/ 8513 w 29"/>
                <a:gd name="T15" fmla="*/ 45179 h 39"/>
                <a:gd name="T16" fmla="*/ 18514 w 29"/>
                <a:gd name="T17" fmla="*/ 29129 h 39"/>
                <a:gd name="T18" fmla="*/ 18514 w 29"/>
                <a:gd name="T19" fmla="*/ 0 h 39"/>
                <a:gd name="T20" fmla="*/ 25097 w 29"/>
                <a:gd name="T21" fmla="*/ 11276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"/>
                <a:gd name="T34" fmla="*/ 0 h 39"/>
                <a:gd name="T35" fmla="*/ 29 w 29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3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lnTo>
                    <a:pt x="0" y="1"/>
                  </a:lnTo>
                  <a:cubicBezTo>
                    <a:pt x="5" y="1"/>
                    <a:pt x="8" y="2"/>
                    <a:pt x="8" y="8"/>
                  </a:cubicBezTo>
                  <a:lnTo>
                    <a:pt x="8" y="34"/>
                  </a:lnTo>
                  <a:cubicBezTo>
                    <a:pt x="9" y="34"/>
                    <a:pt x="9" y="34"/>
                    <a:pt x="10" y="34"/>
                  </a:cubicBezTo>
                  <a:cubicBezTo>
                    <a:pt x="14" y="34"/>
                    <a:pt x="21" y="31"/>
                    <a:pt x="21" y="22"/>
                  </a:cubicBezTo>
                  <a:lnTo>
                    <a:pt x="21" y="0"/>
                  </a:lnTo>
                  <a:cubicBezTo>
                    <a:pt x="24" y="0"/>
                    <a:pt x="29" y="3"/>
                    <a:pt x="2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2" name="Freeform 114"/>
            <p:cNvSpPr>
              <a:spLocks/>
            </p:cNvSpPr>
            <p:nvPr/>
          </p:nvSpPr>
          <p:spPr bwMode="auto">
            <a:xfrm flipV="1">
              <a:off x="3689" y="363"/>
              <a:ext cx="47" cy="52"/>
            </a:xfrm>
            <a:custGeom>
              <a:avLst/>
              <a:gdLst>
                <a:gd name="T0" fmla="*/ 55463 w 35"/>
                <a:gd name="T1" fmla="*/ 11627 h 39"/>
                <a:gd name="T2" fmla="*/ 55463 w 35"/>
                <a:gd name="T3" fmla="*/ 29129 h 39"/>
                <a:gd name="T4" fmla="*/ 27469 w 35"/>
                <a:gd name="T5" fmla="*/ 51785 h 39"/>
                <a:gd name="T6" fmla="*/ 4188 w 35"/>
                <a:gd name="T7" fmla="*/ 47519 h 39"/>
                <a:gd name="T8" fmla="*/ 9561 w 35"/>
                <a:gd name="T9" fmla="*/ 44231 h 39"/>
                <a:gd name="T10" fmla="*/ 9561 w 35"/>
                <a:gd name="T11" fmla="*/ 44231 h 39"/>
                <a:gd name="T12" fmla="*/ 9561 w 35"/>
                <a:gd name="T13" fmla="*/ 11276 h 39"/>
                <a:gd name="T14" fmla="*/ 5624 w 35"/>
                <a:gd name="T15" fmla="*/ 6540 h 39"/>
                <a:gd name="T16" fmla="*/ 4188 w 35"/>
                <a:gd name="T17" fmla="*/ 6540 h 39"/>
                <a:gd name="T18" fmla="*/ 4188 w 35"/>
                <a:gd name="T19" fmla="*/ 6540 h 39"/>
                <a:gd name="T20" fmla="*/ 0 w 35"/>
                <a:gd name="T21" fmla="*/ 2759 h 39"/>
                <a:gd name="T22" fmla="*/ 7552 w 35"/>
                <a:gd name="T23" fmla="*/ 0 h 39"/>
                <a:gd name="T24" fmla="*/ 23152 w 35"/>
                <a:gd name="T25" fmla="*/ 12857 h 39"/>
                <a:gd name="T26" fmla="*/ 23152 w 35"/>
                <a:gd name="T27" fmla="*/ 45179 h 39"/>
                <a:gd name="T28" fmla="*/ 24557 w 35"/>
                <a:gd name="T29" fmla="*/ 45179 h 39"/>
                <a:gd name="T30" fmla="*/ 41749 w 35"/>
                <a:gd name="T31" fmla="*/ 29129 h 39"/>
                <a:gd name="T32" fmla="*/ 41749 w 35"/>
                <a:gd name="T33" fmla="*/ 0 h 39"/>
                <a:gd name="T34" fmla="*/ 55463 w 35"/>
                <a:gd name="T35" fmla="*/ 11627 h 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5"/>
                <a:gd name="T55" fmla="*/ 0 h 39"/>
                <a:gd name="T56" fmla="*/ 35 w 35"/>
                <a:gd name="T57" fmla="*/ 39 h 3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5" h="39">
                  <a:moveTo>
                    <a:pt x="35" y="9"/>
                  </a:moveTo>
                  <a:lnTo>
                    <a:pt x="35" y="22"/>
                  </a:lnTo>
                  <a:cubicBezTo>
                    <a:pt x="35" y="33"/>
                    <a:pt x="27" y="39"/>
                    <a:pt x="17" y="39"/>
                  </a:cubicBezTo>
                  <a:cubicBezTo>
                    <a:pt x="12" y="39"/>
                    <a:pt x="6" y="38"/>
                    <a:pt x="3" y="36"/>
                  </a:cubicBezTo>
                  <a:cubicBezTo>
                    <a:pt x="3" y="34"/>
                    <a:pt x="5" y="33"/>
                    <a:pt x="6" y="33"/>
                  </a:cubicBezTo>
                  <a:lnTo>
                    <a:pt x="6" y="8"/>
                  </a:lnTo>
                  <a:cubicBezTo>
                    <a:pt x="6" y="6"/>
                    <a:pt x="5" y="5"/>
                    <a:pt x="4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0" y="4"/>
                    <a:pt x="0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11" y="0"/>
                    <a:pt x="15" y="3"/>
                    <a:pt x="15" y="10"/>
                  </a:cubicBezTo>
                  <a:lnTo>
                    <a:pt x="15" y="34"/>
                  </a:lnTo>
                  <a:cubicBezTo>
                    <a:pt x="15" y="34"/>
                    <a:pt x="15" y="34"/>
                    <a:pt x="16" y="34"/>
                  </a:cubicBezTo>
                  <a:cubicBezTo>
                    <a:pt x="20" y="34"/>
                    <a:pt x="27" y="31"/>
                    <a:pt x="27" y="22"/>
                  </a:cubicBezTo>
                  <a:lnTo>
                    <a:pt x="27" y="0"/>
                  </a:lnTo>
                  <a:cubicBezTo>
                    <a:pt x="32" y="0"/>
                    <a:pt x="35" y="3"/>
                    <a:pt x="35" y="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3" name="Freeform 115"/>
            <p:cNvSpPr>
              <a:spLocks noEditPoints="1"/>
            </p:cNvSpPr>
            <p:nvPr/>
          </p:nvSpPr>
          <p:spPr bwMode="auto">
            <a:xfrm flipV="1">
              <a:off x="3745" y="364"/>
              <a:ext cx="45" cy="51"/>
            </a:xfrm>
            <a:custGeom>
              <a:avLst/>
              <a:gdLst>
                <a:gd name="T0" fmla="*/ 37852 w 34"/>
                <a:gd name="T1" fmla="*/ 30812 h 38"/>
                <a:gd name="T2" fmla="*/ 21067 w 34"/>
                <a:gd name="T3" fmla="*/ 58838 h 38"/>
                <a:gd name="T4" fmla="*/ 0 w 34"/>
                <a:gd name="T5" fmla="*/ 58838 h 38"/>
                <a:gd name="T6" fmla="*/ 5788 w 34"/>
                <a:gd name="T7" fmla="*/ 51197 h 38"/>
                <a:gd name="T8" fmla="*/ 9320 w 34"/>
                <a:gd name="T9" fmla="*/ 51197 h 38"/>
                <a:gd name="T10" fmla="*/ 1 w 34"/>
                <a:gd name="T11" fmla="*/ 30812 h 38"/>
                <a:gd name="T12" fmla="*/ 19178 w 34"/>
                <a:gd name="T13" fmla="*/ 0 h 38"/>
                <a:gd name="T14" fmla="*/ 37852 w 34"/>
                <a:gd name="T15" fmla="*/ 30812 h 38"/>
                <a:gd name="T16" fmla="*/ 27883 w 34"/>
                <a:gd name="T17" fmla="*/ 30812 h 38"/>
                <a:gd name="T18" fmla="*/ 19178 w 34"/>
                <a:gd name="T19" fmla="*/ 7502 h 38"/>
                <a:gd name="T20" fmla="*/ 10948 w 34"/>
                <a:gd name="T21" fmla="*/ 30812 h 38"/>
                <a:gd name="T22" fmla="*/ 19178 w 34"/>
                <a:gd name="T23" fmla="*/ 53549 h 38"/>
                <a:gd name="T24" fmla="*/ 27883 w 34"/>
                <a:gd name="T25" fmla="*/ 30812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4"/>
                <a:gd name="T40" fmla="*/ 0 h 38"/>
                <a:gd name="T41" fmla="*/ 34 w 34"/>
                <a:gd name="T42" fmla="*/ 38 h 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4" h="38">
                  <a:moveTo>
                    <a:pt x="34" y="20"/>
                  </a:moveTo>
                  <a:cubicBezTo>
                    <a:pt x="34" y="30"/>
                    <a:pt x="28" y="38"/>
                    <a:pt x="19" y="38"/>
                  </a:cubicBezTo>
                  <a:lnTo>
                    <a:pt x="0" y="38"/>
                  </a:lnTo>
                  <a:cubicBezTo>
                    <a:pt x="0" y="36"/>
                    <a:pt x="2" y="33"/>
                    <a:pt x="5" y="33"/>
                  </a:cubicBezTo>
                  <a:lnTo>
                    <a:pt x="8" y="33"/>
                  </a:lnTo>
                  <a:cubicBezTo>
                    <a:pt x="4" y="32"/>
                    <a:pt x="1" y="27"/>
                    <a:pt x="1" y="20"/>
                  </a:cubicBezTo>
                  <a:cubicBezTo>
                    <a:pt x="1" y="9"/>
                    <a:pt x="8" y="0"/>
                    <a:pt x="17" y="0"/>
                  </a:cubicBezTo>
                  <a:cubicBezTo>
                    <a:pt x="26" y="0"/>
                    <a:pt x="34" y="8"/>
                    <a:pt x="34" y="20"/>
                  </a:cubicBezTo>
                  <a:close/>
                  <a:moveTo>
                    <a:pt x="25" y="20"/>
                  </a:moveTo>
                  <a:cubicBezTo>
                    <a:pt x="25" y="11"/>
                    <a:pt x="21" y="5"/>
                    <a:pt x="17" y="5"/>
                  </a:cubicBezTo>
                  <a:cubicBezTo>
                    <a:pt x="13" y="5"/>
                    <a:pt x="10" y="11"/>
                    <a:pt x="10" y="20"/>
                  </a:cubicBezTo>
                  <a:cubicBezTo>
                    <a:pt x="10" y="28"/>
                    <a:pt x="13" y="34"/>
                    <a:pt x="17" y="34"/>
                  </a:cubicBezTo>
                  <a:cubicBezTo>
                    <a:pt x="21" y="34"/>
                    <a:pt x="25" y="28"/>
                    <a:pt x="25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4" name="Freeform 116"/>
            <p:cNvSpPr>
              <a:spLocks/>
            </p:cNvSpPr>
            <p:nvPr/>
          </p:nvSpPr>
          <p:spPr bwMode="auto">
            <a:xfrm flipV="1">
              <a:off x="3797" y="364"/>
              <a:ext cx="40" cy="51"/>
            </a:xfrm>
            <a:custGeom>
              <a:avLst/>
              <a:gdLst>
                <a:gd name="T0" fmla="*/ 39909 w 30"/>
                <a:gd name="T1" fmla="*/ 58838 h 38"/>
                <a:gd name="T2" fmla="*/ 0 w 30"/>
                <a:gd name="T3" fmla="*/ 58838 h 38"/>
                <a:gd name="T4" fmla="*/ 4905 w 30"/>
                <a:gd name="T5" fmla="*/ 51197 h 38"/>
                <a:gd name="T6" fmla="*/ 23967 w 30"/>
                <a:gd name="T7" fmla="*/ 51197 h 38"/>
                <a:gd name="T8" fmla="*/ 17143 w 30"/>
                <a:gd name="T9" fmla="*/ 41353 h 38"/>
                <a:gd name="T10" fmla="*/ 17143 w 30"/>
                <a:gd name="T11" fmla="*/ 0 h 38"/>
                <a:gd name="T12" fmla="*/ 27561 w 30"/>
                <a:gd name="T13" fmla="*/ 12746 h 38"/>
                <a:gd name="T14" fmla="*/ 27561 w 30"/>
                <a:gd name="T15" fmla="*/ 43840 h 38"/>
                <a:gd name="T16" fmla="*/ 35233 w 30"/>
                <a:gd name="T17" fmla="*/ 51197 h 38"/>
                <a:gd name="T18" fmla="*/ 35233 w 30"/>
                <a:gd name="T19" fmla="*/ 51197 h 38"/>
                <a:gd name="T20" fmla="*/ 39909 w 30"/>
                <a:gd name="T21" fmla="*/ 58838 h 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0"/>
                <a:gd name="T34" fmla="*/ 0 h 38"/>
                <a:gd name="T35" fmla="*/ 30 w 30"/>
                <a:gd name="T36" fmla="*/ 38 h 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0" h="38">
                  <a:moveTo>
                    <a:pt x="30" y="38"/>
                  </a:moveTo>
                  <a:lnTo>
                    <a:pt x="0" y="38"/>
                  </a:lnTo>
                  <a:cubicBezTo>
                    <a:pt x="0" y="37"/>
                    <a:pt x="1" y="33"/>
                    <a:pt x="4" y="33"/>
                  </a:cubicBezTo>
                  <a:lnTo>
                    <a:pt x="18" y="33"/>
                  </a:lnTo>
                  <a:cubicBezTo>
                    <a:pt x="16" y="32"/>
                    <a:pt x="13" y="30"/>
                    <a:pt x="13" y="27"/>
                  </a:cubicBezTo>
                  <a:lnTo>
                    <a:pt x="13" y="0"/>
                  </a:lnTo>
                  <a:cubicBezTo>
                    <a:pt x="17" y="0"/>
                    <a:pt x="21" y="3"/>
                    <a:pt x="21" y="8"/>
                  </a:cubicBezTo>
                  <a:lnTo>
                    <a:pt x="21" y="28"/>
                  </a:lnTo>
                  <a:cubicBezTo>
                    <a:pt x="21" y="31"/>
                    <a:pt x="24" y="33"/>
                    <a:pt x="26" y="33"/>
                  </a:cubicBezTo>
                  <a:cubicBezTo>
                    <a:pt x="29" y="33"/>
                    <a:pt x="30" y="36"/>
                    <a:pt x="30" y="3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5" name="Freeform 117"/>
            <p:cNvSpPr>
              <a:spLocks/>
            </p:cNvSpPr>
            <p:nvPr/>
          </p:nvSpPr>
          <p:spPr bwMode="auto">
            <a:xfrm flipV="1">
              <a:off x="3843" y="363"/>
              <a:ext cx="23" cy="49"/>
            </a:xfrm>
            <a:custGeom>
              <a:avLst/>
              <a:gdLst>
                <a:gd name="T0" fmla="*/ 32534 w 17"/>
                <a:gd name="T1" fmla="*/ 7110 h 37"/>
                <a:gd name="T2" fmla="*/ 32534 w 17"/>
                <a:gd name="T3" fmla="*/ 28963 h 37"/>
                <a:gd name="T4" fmla="*/ 9352 w 17"/>
                <a:gd name="T5" fmla="*/ 41657 h 37"/>
                <a:gd name="T6" fmla="*/ 0 w 17"/>
                <a:gd name="T7" fmla="*/ 41486 h 37"/>
                <a:gd name="T8" fmla="*/ 6912 w 17"/>
                <a:gd name="T9" fmla="*/ 35859 h 37"/>
                <a:gd name="T10" fmla="*/ 15590 w 17"/>
                <a:gd name="T11" fmla="*/ 28963 h 37"/>
                <a:gd name="T12" fmla="*/ 15590 w 17"/>
                <a:gd name="T13" fmla="*/ 5831 h 37"/>
                <a:gd name="T14" fmla="*/ 6912 w 17"/>
                <a:gd name="T15" fmla="*/ 5831 h 37"/>
                <a:gd name="T16" fmla="*/ 0 w 17"/>
                <a:gd name="T17" fmla="*/ 0 h 37"/>
                <a:gd name="T18" fmla="*/ 21092 w 17"/>
                <a:gd name="T19" fmla="*/ 0 h 37"/>
                <a:gd name="T20" fmla="*/ 32534 w 17"/>
                <a:gd name="T21" fmla="*/ 7110 h 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"/>
                <a:gd name="T34" fmla="*/ 0 h 37"/>
                <a:gd name="T35" fmla="*/ 17 w 17"/>
                <a:gd name="T36" fmla="*/ 37 h 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" h="37">
                  <a:moveTo>
                    <a:pt x="17" y="6"/>
                  </a:moveTo>
                  <a:lnTo>
                    <a:pt x="17" y="26"/>
                  </a:lnTo>
                  <a:cubicBezTo>
                    <a:pt x="17" y="33"/>
                    <a:pt x="11" y="37"/>
                    <a:pt x="5" y="37"/>
                  </a:cubicBezTo>
                  <a:cubicBezTo>
                    <a:pt x="4" y="37"/>
                    <a:pt x="1" y="37"/>
                    <a:pt x="0" y="36"/>
                  </a:cubicBezTo>
                  <a:cubicBezTo>
                    <a:pt x="1" y="34"/>
                    <a:pt x="3" y="32"/>
                    <a:pt x="4" y="32"/>
                  </a:cubicBezTo>
                  <a:cubicBezTo>
                    <a:pt x="6" y="32"/>
                    <a:pt x="8" y="29"/>
                    <a:pt x="8" y="26"/>
                  </a:cubicBezTo>
                  <a:lnTo>
                    <a:pt x="8" y="5"/>
                  </a:lnTo>
                  <a:lnTo>
                    <a:pt x="4" y="5"/>
                  </a:lnTo>
                  <a:cubicBezTo>
                    <a:pt x="2" y="5"/>
                    <a:pt x="0" y="2"/>
                    <a:pt x="0" y="0"/>
                  </a:cubicBezTo>
                  <a:lnTo>
                    <a:pt x="11" y="0"/>
                  </a:lnTo>
                  <a:cubicBezTo>
                    <a:pt x="15" y="0"/>
                    <a:pt x="17" y="3"/>
                    <a:pt x="17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6" name="Freeform 118"/>
            <p:cNvSpPr>
              <a:spLocks noEditPoints="1"/>
            </p:cNvSpPr>
            <p:nvPr/>
          </p:nvSpPr>
          <p:spPr bwMode="auto">
            <a:xfrm flipV="1">
              <a:off x="3875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555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0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7" name="Freeform 119"/>
            <p:cNvSpPr>
              <a:spLocks/>
            </p:cNvSpPr>
            <p:nvPr/>
          </p:nvSpPr>
          <p:spPr bwMode="auto">
            <a:xfrm flipV="1">
              <a:off x="3923" y="348"/>
              <a:ext cx="35" cy="67"/>
            </a:xfrm>
            <a:custGeom>
              <a:avLst/>
              <a:gdLst>
                <a:gd name="T0" fmla="*/ 43370 w 26"/>
                <a:gd name="T1" fmla="*/ 42277 h 50"/>
                <a:gd name="T2" fmla="*/ 29465 w 26"/>
                <a:gd name="T3" fmla="*/ 56651 h 50"/>
                <a:gd name="T4" fmla="*/ 13728 w 26"/>
                <a:gd name="T5" fmla="*/ 56651 h 50"/>
                <a:gd name="T6" fmla="*/ 13728 w 26"/>
                <a:gd name="T7" fmla="*/ 75707 h 50"/>
                <a:gd name="T8" fmla="*/ 0 w 26"/>
                <a:gd name="T9" fmla="*/ 62185 h 50"/>
                <a:gd name="T10" fmla="*/ 0 w 26"/>
                <a:gd name="T11" fmla="*/ 49560 h 50"/>
                <a:gd name="T12" fmla="*/ 18480 w 26"/>
                <a:gd name="T13" fmla="*/ 49560 h 50"/>
                <a:gd name="T14" fmla="*/ 29786 w 26"/>
                <a:gd name="T15" fmla="*/ 39135 h 50"/>
                <a:gd name="T16" fmla="*/ 13728 w 26"/>
                <a:gd name="T17" fmla="*/ 9786 h 50"/>
                <a:gd name="T18" fmla="*/ 6320 w 26"/>
                <a:gd name="T19" fmla="*/ 0 h 50"/>
                <a:gd name="T20" fmla="*/ 43370 w 26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"/>
                <a:gd name="T34" fmla="*/ 0 h 50"/>
                <a:gd name="T35" fmla="*/ 26 w 26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" h="50">
                  <a:moveTo>
                    <a:pt x="26" y="28"/>
                  </a:moveTo>
                  <a:cubicBezTo>
                    <a:pt x="26" y="35"/>
                    <a:pt x="23" y="38"/>
                    <a:pt x="17" y="38"/>
                  </a:cubicBezTo>
                  <a:lnTo>
                    <a:pt x="8" y="38"/>
                  </a:lnTo>
                  <a:lnTo>
                    <a:pt x="8" y="50"/>
                  </a:lnTo>
                  <a:cubicBezTo>
                    <a:pt x="4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3" y="33"/>
                    <a:pt x="18" y="33"/>
                    <a:pt x="18" y="26"/>
                  </a:cubicBezTo>
                  <a:cubicBezTo>
                    <a:pt x="18" y="17"/>
                    <a:pt x="13" y="10"/>
                    <a:pt x="8" y="7"/>
                  </a:cubicBezTo>
                  <a:cubicBezTo>
                    <a:pt x="5" y="6"/>
                    <a:pt x="4" y="4"/>
                    <a:pt x="4" y="0"/>
                  </a:cubicBezTo>
                  <a:cubicBezTo>
                    <a:pt x="12" y="1"/>
                    <a:pt x="26" y="11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8" name="Freeform 120"/>
            <p:cNvSpPr>
              <a:spLocks noEditPoints="1"/>
            </p:cNvSpPr>
            <p:nvPr/>
          </p:nvSpPr>
          <p:spPr bwMode="auto">
            <a:xfrm flipV="1">
              <a:off x="3990" y="363"/>
              <a:ext cx="40" cy="52"/>
            </a:xfrm>
            <a:custGeom>
              <a:avLst/>
              <a:gdLst>
                <a:gd name="T0" fmla="*/ 39909 w 30"/>
                <a:gd name="T1" fmla="*/ 11276 h 39"/>
                <a:gd name="T2" fmla="*/ 39909 w 30"/>
                <a:gd name="T3" fmla="*/ 29129 h 39"/>
                <a:gd name="T4" fmla="*/ 15035 w 30"/>
                <a:gd name="T5" fmla="*/ 51785 h 39"/>
                <a:gd name="T6" fmla="*/ 0 w 30"/>
                <a:gd name="T7" fmla="*/ 48997 h 39"/>
                <a:gd name="T8" fmla="*/ 4905 w 30"/>
                <a:gd name="T9" fmla="*/ 44231 h 39"/>
                <a:gd name="T10" fmla="*/ 6540 w 30"/>
                <a:gd name="T11" fmla="*/ 44231 h 39"/>
                <a:gd name="T12" fmla="*/ 12857 w 30"/>
                <a:gd name="T13" fmla="*/ 45179 h 39"/>
                <a:gd name="T14" fmla="*/ 27561 w 30"/>
                <a:gd name="T15" fmla="*/ 27561 h 39"/>
                <a:gd name="T16" fmla="*/ 27561 w 30"/>
                <a:gd name="T17" fmla="*/ 0 h 39"/>
                <a:gd name="T18" fmla="*/ 39909 w 30"/>
                <a:gd name="T19" fmla="*/ 11276 h 39"/>
                <a:gd name="T20" fmla="*/ 12857 w 30"/>
                <a:gd name="T21" fmla="*/ 11276 h 39"/>
                <a:gd name="T22" fmla="*/ 12857 w 30"/>
                <a:gd name="T23" fmla="*/ 23967 h 39"/>
                <a:gd name="T24" fmla="*/ 8457 w 30"/>
                <a:gd name="T25" fmla="*/ 30476 h 39"/>
                <a:gd name="T26" fmla="*/ 2759 w 30"/>
                <a:gd name="T27" fmla="*/ 23967 h 39"/>
                <a:gd name="T28" fmla="*/ 2759 w 30"/>
                <a:gd name="T29" fmla="*/ 0 h 39"/>
                <a:gd name="T30" fmla="*/ 12857 w 30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"/>
                <a:gd name="T49" fmla="*/ 0 h 39"/>
                <a:gd name="T50" fmla="*/ 30 w 30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" h="39">
                  <a:moveTo>
                    <a:pt x="30" y="8"/>
                  </a:moveTo>
                  <a:lnTo>
                    <a:pt x="30" y="22"/>
                  </a:lnTo>
                  <a:cubicBezTo>
                    <a:pt x="30" y="32"/>
                    <a:pt x="22" y="39"/>
                    <a:pt x="11" y="39"/>
                  </a:cubicBezTo>
                  <a:cubicBezTo>
                    <a:pt x="7" y="39"/>
                    <a:pt x="3" y="38"/>
                    <a:pt x="0" y="37"/>
                  </a:cubicBezTo>
                  <a:cubicBezTo>
                    <a:pt x="1" y="35"/>
                    <a:pt x="3" y="33"/>
                    <a:pt x="4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7" y="34"/>
                    <a:pt x="8" y="34"/>
                    <a:pt x="10" y="34"/>
                  </a:cubicBezTo>
                  <a:cubicBezTo>
                    <a:pt x="18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6" y="0"/>
                    <a:pt x="30" y="3"/>
                    <a:pt x="30" y="8"/>
                  </a:cubicBezTo>
                  <a:close/>
                  <a:moveTo>
                    <a:pt x="10" y="8"/>
                  </a:moveTo>
                  <a:lnTo>
                    <a:pt x="10" y="18"/>
                  </a:lnTo>
                  <a:cubicBezTo>
                    <a:pt x="10" y="21"/>
                    <a:pt x="8" y="23"/>
                    <a:pt x="6" y="23"/>
                  </a:cubicBezTo>
                  <a:cubicBezTo>
                    <a:pt x="4" y="23"/>
                    <a:pt x="2" y="21"/>
                    <a:pt x="2" y="18"/>
                  </a:cubicBezTo>
                  <a:lnTo>
                    <a:pt x="2" y="0"/>
                  </a:lnTo>
                  <a:cubicBezTo>
                    <a:pt x="6" y="0"/>
                    <a:pt x="10" y="3"/>
                    <a:pt x="10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19" name="Freeform 121"/>
            <p:cNvSpPr>
              <a:spLocks/>
            </p:cNvSpPr>
            <p:nvPr/>
          </p:nvSpPr>
          <p:spPr bwMode="auto">
            <a:xfrm flipV="1">
              <a:off x="4039" y="363"/>
              <a:ext cx="42" cy="51"/>
            </a:xfrm>
            <a:custGeom>
              <a:avLst/>
              <a:gdLst>
                <a:gd name="T0" fmla="*/ 28215 w 32"/>
                <a:gd name="T1" fmla="*/ 36619 h 38"/>
                <a:gd name="T2" fmla="*/ 16295 w 32"/>
                <a:gd name="T3" fmla="*/ 58838 h 38"/>
                <a:gd name="T4" fmla="*/ 9459 w 32"/>
                <a:gd name="T5" fmla="*/ 55500 h 38"/>
                <a:gd name="T6" fmla="*/ 13578 w 32"/>
                <a:gd name="T7" fmla="*/ 51197 h 38"/>
                <a:gd name="T8" fmla="*/ 14645 w 32"/>
                <a:gd name="T9" fmla="*/ 51197 h 38"/>
                <a:gd name="T10" fmla="*/ 15281 w 32"/>
                <a:gd name="T11" fmla="*/ 51197 h 38"/>
                <a:gd name="T12" fmla="*/ 20181 w 32"/>
                <a:gd name="T13" fmla="*/ 34738 h 38"/>
                <a:gd name="T14" fmla="*/ 11158 w 32"/>
                <a:gd name="T15" fmla="*/ 7502 h 38"/>
                <a:gd name="T16" fmla="*/ 9459 w 32"/>
                <a:gd name="T17" fmla="*/ 7502 h 38"/>
                <a:gd name="T18" fmla="*/ 7207 w 32"/>
                <a:gd name="T19" fmla="*/ 58838 h 38"/>
                <a:gd name="T20" fmla="*/ 0 w 32"/>
                <a:gd name="T21" fmla="*/ 49147 h 38"/>
                <a:gd name="T22" fmla="*/ 0 w 32"/>
                <a:gd name="T23" fmla="*/ 46622 h 38"/>
                <a:gd name="T24" fmla="*/ 3760 w 32"/>
                <a:gd name="T25" fmla="*/ 0 h 38"/>
                <a:gd name="T26" fmla="*/ 8501 w 32"/>
                <a:gd name="T27" fmla="*/ 0 h 38"/>
                <a:gd name="T28" fmla="*/ 28215 w 32"/>
                <a:gd name="T29" fmla="*/ 36619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2"/>
                <a:gd name="T46" fmla="*/ 0 h 38"/>
                <a:gd name="T47" fmla="*/ 32 w 32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2" h="38">
                  <a:moveTo>
                    <a:pt x="32" y="23"/>
                  </a:moveTo>
                  <a:cubicBezTo>
                    <a:pt x="32" y="32"/>
                    <a:pt x="26" y="38"/>
                    <a:pt x="18" y="38"/>
                  </a:cubicBezTo>
                  <a:cubicBezTo>
                    <a:pt x="17" y="38"/>
                    <a:pt x="13" y="38"/>
                    <a:pt x="11" y="36"/>
                  </a:cubicBezTo>
                  <a:cubicBezTo>
                    <a:pt x="12" y="34"/>
                    <a:pt x="13" y="33"/>
                    <a:pt x="15" y="33"/>
                  </a:cubicBezTo>
                  <a:cubicBezTo>
                    <a:pt x="15" y="33"/>
                    <a:pt x="16" y="33"/>
                    <a:pt x="16" y="33"/>
                  </a:cubicBezTo>
                  <a:cubicBezTo>
                    <a:pt x="16" y="33"/>
                    <a:pt x="17" y="33"/>
                    <a:pt x="17" y="33"/>
                  </a:cubicBezTo>
                  <a:cubicBezTo>
                    <a:pt x="20" y="33"/>
                    <a:pt x="23" y="29"/>
                    <a:pt x="23" y="22"/>
                  </a:cubicBezTo>
                  <a:cubicBezTo>
                    <a:pt x="23" y="13"/>
                    <a:pt x="18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lnTo>
                    <a:pt x="8" y="38"/>
                  </a:lnTo>
                  <a:cubicBezTo>
                    <a:pt x="3" y="38"/>
                    <a:pt x="0" y="34"/>
                    <a:pt x="0" y="31"/>
                  </a:cubicBezTo>
                  <a:cubicBezTo>
                    <a:pt x="0" y="30"/>
                    <a:pt x="0" y="30"/>
                    <a:pt x="0" y="30"/>
                  </a:cubicBezTo>
                  <a:lnTo>
                    <a:pt x="4" y="0"/>
                  </a:lnTo>
                  <a:cubicBezTo>
                    <a:pt x="6" y="0"/>
                    <a:pt x="8" y="0"/>
                    <a:pt x="9" y="0"/>
                  </a:cubicBezTo>
                  <a:cubicBezTo>
                    <a:pt x="25" y="0"/>
                    <a:pt x="32" y="11"/>
                    <a:pt x="32" y="2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0" name="Freeform 122"/>
            <p:cNvSpPr>
              <a:spLocks/>
            </p:cNvSpPr>
            <p:nvPr/>
          </p:nvSpPr>
          <p:spPr bwMode="auto">
            <a:xfrm flipV="1">
              <a:off x="4089" y="348"/>
              <a:ext cx="36" cy="67"/>
            </a:xfrm>
            <a:custGeom>
              <a:avLst/>
              <a:gdLst>
                <a:gd name="T0" fmla="*/ 35639 w 27"/>
                <a:gd name="T1" fmla="*/ 42277 h 50"/>
                <a:gd name="T2" fmla="*/ 23967 w 27"/>
                <a:gd name="T3" fmla="*/ 56651 h 50"/>
                <a:gd name="T4" fmla="*/ 11627 w 27"/>
                <a:gd name="T5" fmla="*/ 56651 h 50"/>
                <a:gd name="T6" fmla="*/ 11627 w 27"/>
                <a:gd name="T7" fmla="*/ 75707 h 50"/>
                <a:gd name="T8" fmla="*/ 0 w 27"/>
                <a:gd name="T9" fmla="*/ 62185 h 50"/>
                <a:gd name="T10" fmla="*/ 0 w 27"/>
                <a:gd name="T11" fmla="*/ 49560 h 50"/>
                <a:gd name="T12" fmla="*/ 15035 w 27"/>
                <a:gd name="T13" fmla="*/ 49560 h 50"/>
                <a:gd name="T14" fmla="*/ 23967 w 27"/>
                <a:gd name="T15" fmla="*/ 39135 h 50"/>
                <a:gd name="T16" fmla="*/ 11627 w 27"/>
                <a:gd name="T17" fmla="*/ 9786 h 50"/>
                <a:gd name="T18" fmla="*/ 4905 w 27"/>
                <a:gd name="T19" fmla="*/ 0 h 50"/>
                <a:gd name="T20" fmla="*/ 35639 w 27"/>
                <a:gd name="T21" fmla="*/ 42277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50"/>
                <a:gd name="T35" fmla="*/ 27 w 27"/>
                <a:gd name="T36" fmla="*/ 50 h 5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50">
                  <a:moveTo>
                    <a:pt x="27" y="28"/>
                  </a:moveTo>
                  <a:cubicBezTo>
                    <a:pt x="27" y="35"/>
                    <a:pt x="23" y="38"/>
                    <a:pt x="18" y="38"/>
                  </a:cubicBezTo>
                  <a:lnTo>
                    <a:pt x="9" y="38"/>
                  </a:lnTo>
                  <a:lnTo>
                    <a:pt x="9" y="50"/>
                  </a:lnTo>
                  <a:cubicBezTo>
                    <a:pt x="5" y="50"/>
                    <a:pt x="0" y="46"/>
                    <a:pt x="0" y="41"/>
                  </a:cubicBezTo>
                  <a:lnTo>
                    <a:pt x="0" y="33"/>
                  </a:lnTo>
                  <a:lnTo>
                    <a:pt x="11" y="33"/>
                  </a:lnTo>
                  <a:cubicBezTo>
                    <a:pt x="14" y="33"/>
                    <a:pt x="18" y="33"/>
                    <a:pt x="18" y="26"/>
                  </a:cubicBezTo>
                  <a:cubicBezTo>
                    <a:pt x="18" y="17"/>
                    <a:pt x="13" y="10"/>
                    <a:pt x="9" y="7"/>
                  </a:cubicBezTo>
                  <a:cubicBezTo>
                    <a:pt x="6" y="6"/>
                    <a:pt x="4" y="4"/>
                    <a:pt x="4" y="0"/>
                  </a:cubicBezTo>
                  <a:cubicBezTo>
                    <a:pt x="13" y="1"/>
                    <a:pt x="27" y="11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1" name="Freeform 123"/>
            <p:cNvSpPr>
              <a:spLocks/>
            </p:cNvSpPr>
            <p:nvPr/>
          </p:nvSpPr>
          <p:spPr bwMode="auto">
            <a:xfrm flipV="1">
              <a:off x="4134" y="363"/>
              <a:ext cx="12" cy="52"/>
            </a:xfrm>
            <a:custGeom>
              <a:avLst/>
              <a:gdLst>
                <a:gd name="T0" fmla="*/ 11627 w 9"/>
                <a:gd name="T1" fmla="*/ 11276 h 39"/>
                <a:gd name="T2" fmla="*/ 11627 w 9"/>
                <a:gd name="T3" fmla="*/ 45179 h 39"/>
                <a:gd name="T4" fmla="*/ 6540 w 9"/>
                <a:gd name="T5" fmla="*/ 51785 h 39"/>
                <a:gd name="T6" fmla="*/ 0 w 9"/>
                <a:gd name="T7" fmla="*/ 45179 h 39"/>
                <a:gd name="T8" fmla="*/ 0 w 9"/>
                <a:gd name="T9" fmla="*/ 0 h 39"/>
                <a:gd name="T10" fmla="*/ 11627 w 9"/>
                <a:gd name="T11" fmla="*/ 11276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"/>
                <a:gd name="T19" fmla="*/ 0 h 39"/>
                <a:gd name="T20" fmla="*/ 9 w 9"/>
                <a:gd name="T21" fmla="*/ 39 h 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" h="39">
                  <a:moveTo>
                    <a:pt x="9" y="8"/>
                  </a:moveTo>
                  <a:lnTo>
                    <a:pt x="9" y="34"/>
                  </a:lnTo>
                  <a:cubicBezTo>
                    <a:pt x="9" y="37"/>
                    <a:pt x="7" y="39"/>
                    <a:pt x="5" y="39"/>
                  </a:cubicBezTo>
                  <a:cubicBezTo>
                    <a:pt x="2" y="39"/>
                    <a:pt x="0" y="37"/>
                    <a:pt x="0" y="34"/>
                  </a:cubicBezTo>
                  <a:lnTo>
                    <a:pt x="0" y="0"/>
                  </a:lnTo>
                  <a:cubicBezTo>
                    <a:pt x="6" y="0"/>
                    <a:pt x="9" y="5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2" name="Freeform 124"/>
            <p:cNvSpPr>
              <a:spLocks/>
            </p:cNvSpPr>
            <p:nvPr/>
          </p:nvSpPr>
          <p:spPr bwMode="auto">
            <a:xfrm flipV="1">
              <a:off x="4154" y="364"/>
              <a:ext cx="46" cy="66"/>
            </a:xfrm>
            <a:custGeom>
              <a:avLst/>
              <a:gdLst>
                <a:gd name="T0" fmla="*/ 64729 w 34"/>
                <a:gd name="T1" fmla="*/ 59488 h 49"/>
                <a:gd name="T2" fmla="*/ 36761 w 34"/>
                <a:gd name="T3" fmla="*/ 84254 h 49"/>
                <a:gd name="T4" fmla="*/ 0 w 34"/>
                <a:gd name="T5" fmla="*/ 84254 h 49"/>
                <a:gd name="T6" fmla="*/ 9352 w 34"/>
                <a:gd name="T7" fmla="*/ 74395 h 49"/>
                <a:gd name="T8" fmla="*/ 15590 w 34"/>
                <a:gd name="T9" fmla="*/ 74395 h 49"/>
                <a:gd name="T10" fmla="*/ 5109 w 34"/>
                <a:gd name="T11" fmla="*/ 55233 h 49"/>
                <a:gd name="T12" fmla="*/ 5109 w 34"/>
                <a:gd name="T13" fmla="*/ 0 h 49"/>
                <a:gd name="T14" fmla="*/ 21092 w 34"/>
                <a:gd name="T15" fmla="*/ 13977 h 49"/>
                <a:gd name="T16" fmla="*/ 21092 w 34"/>
                <a:gd name="T17" fmla="*/ 58799 h 49"/>
                <a:gd name="T18" fmla="*/ 32534 w 34"/>
                <a:gd name="T19" fmla="*/ 74395 h 49"/>
                <a:gd name="T20" fmla="*/ 47843 w 34"/>
                <a:gd name="T21" fmla="*/ 58799 h 49"/>
                <a:gd name="T22" fmla="*/ 32916 w 34"/>
                <a:gd name="T23" fmla="*/ 32789 h 49"/>
                <a:gd name="T24" fmla="*/ 27171 w 34"/>
                <a:gd name="T25" fmla="*/ 22304 h 49"/>
                <a:gd name="T26" fmla="*/ 27171 w 34"/>
                <a:gd name="T27" fmla="*/ 22304 h 49"/>
                <a:gd name="T28" fmla="*/ 64729 w 34"/>
                <a:gd name="T29" fmla="*/ 59488 h 4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"/>
                <a:gd name="T46" fmla="*/ 0 h 49"/>
                <a:gd name="T47" fmla="*/ 34 w 34"/>
                <a:gd name="T48" fmla="*/ 49 h 4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" h="49">
                  <a:moveTo>
                    <a:pt x="34" y="35"/>
                  </a:moveTo>
                  <a:cubicBezTo>
                    <a:pt x="34" y="43"/>
                    <a:pt x="28" y="49"/>
                    <a:pt x="19" y="49"/>
                  </a:cubicBezTo>
                  <a:lnTo>
                    <a:pt x="0" y="49"/>
                  </a:lnTo>
                  <a:cubicBezTo>
                    <a:pt x="0" y="47"/>
                    <a:pt x="2" y="44"/>
                    <a:pt x="5" y="44"/>
                  </a:cubicBezTo>
                  <a:lnTo>
                    <a:pt x="8" y="44"/>
                  </a:lnTo>
                  <a:cubicBezTo>
                    <a:pt x="5" y="43"/>
                    <a:pt x="3" y="39"/>
                    <a:pt x="3" y="33"/>
                  </a:cubicBezTo>
                  <a:lnTo>
                    <a:pt x="3" y="0"/>
                  </a:lnTo>
                  <a:cubicBezTo>
                    <a:pt x="8" y="0"/>
                    <a:pt x="11" y="4"/>
                    <a:pt x="11" y="8"/>
                  </a:cubicBezTo>
                  <a:lnTo>
                    <a:pt x="11" y="34"/>
                  </a:lnTo>
                  <a:cubicBezTo>
                    <a:pt x="11" y="42"/>
                    <a:pt x="14" y="44"/>
                    <a:pt x="17" y="44"/>
                  </a:cubicBezTo>
                  <a:cubicBezTo>
                    <a:pt x="21" y="44"/>
                    <a:pt x="25" y="41"/>
                    <a:pt x="25" y="34"/>
                  </a:cubicBezTo>
                  <a:cubicBezTo>
                    <a:pt x="25" y="25"/>
                    <a:pt x="21" y="21"/>
                    <a:pt x="18" y="19"/>
                  </a:cubicBezTo>
                  <a:cubicBezTo>
                    <a:pt x="15" y="18"/>
                    <a:pt x="14" y="16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23" y="14"/>
                    <a:pt x="34" y="22"/>
                    <a:pt x="34" y="3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3" name="Freeform 125"/>
            <p:cNvSpPr>
              <a:spLocks/>
            </p:cNvSpPr>
            <p:nvPr/>
          </p:nvSpPr>
          <p:spPr bwMode="auto">
            <a:xfrm flipV="1">
              <a:off x="4209" y="363"/>
              <a:ext cx="41" cy="51"/>
            </a:xfrm>
            <a:custGeom>
              <a:avLst/>
              <a:gdLst>
                <a:gd name="T0" fmla="*/ 33320 w 31"/>
                <a:gd name="T1" fmla="*/ 30812 h 38"/>
                <a:gd name="T2" fmla="*/ 15995 w 31"/>
                <a:gd name="T3" fmla="*/ 58838 h 38"/>
                <a:gd name="T4" fmla="*/ 0 w 31"/>
                <a:gd name="T5" fmla="*/ 36619 h 38"/>
                <a:gd name="T6" fmla="*/ 9144 w 31"/>
                <a:gd name="T7" fmla="*/ 18135 h 38"/>
                <a:gd name="T8" fmla="*/ 10015 w 31"/>
                <a:gd name="T9" fmla="*/ 18135 h 38"/>
                <a:gd name="T10" fmla="*/ 13349 w 31"/>
                <a:gd name="T11" fmla="*/ 22958 h 38"/>
                <a:gd name="T12" fmla="*/ 9144 w 31"/>
                <a:gd name="T13" fmla="*/ 37800 h 38"/>
                <a:gd name="T14" fmla="*/ 15995 w 31"/>
                <a:gd name="T15" fmla="*/ 51197 h 38"/>
                <a:gd name="T16" fmla="*/ 23350 w 31"/>
                <a:gd name="T17" fmla="*/ 30812 h 38"/>
                <a:gd name="T18" fmla="*/ 13246 w 31"/>
                <a:gd name="T19" fmla="*/ 7502 h 38"/>
                <a:gd name="T20" fmla="*/ 7572 w 31"/>
                <a:gd name="T21" fmla="*/ 9497 h 38"/>
                <a:gd name="T22" fmla="*/ 6914 w 31"/>
                <a:gd name="T23" fmla="*/ 9497 h 38"/>
                <a:gd name="T24" fmla="*/ 2475 w 31"/>
                <a:gd name="T25" fmla="*/ 4165 h 38"/>
                <a:gd name="T26" fmla="*/ 13349 w 31"/>
                <a:gd name="T27" fmla="*/ 0 h 38"/>
                <a:gd name="T28" fmla="*/ 33320 w 31"/>
                <a:gd name="T29" fmla="*/ 30812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1"/>
                <a:gd name="T46" fmla="*/ 0 h 38"/>
                <a:gd name="T47" fmla="*/ 31 w 31"/>
                <a:gd name="T48" fmla="*/ 38 h 3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1" h="38">
                  <a:moveTo>
                    <a:pt x="31" y="20"/>
                  </a:moveTo>
                  <a:cubicBezTo>
                    <a:pt x="31" y="31"/>
                    <a:pt x="26" y="38"/>
                    <a:pt x="15" y="38"/>
                  </a:cubicBezTo>
                  <a:cubicBezTo>
                    <a:pt x="5" y="38"/>
                    <a:pt x="0" y="32"/>
                    <a:pt x="0" y="23"/>
                  </a:cubicBezTo>
                  <a:cubicBezTo>
                    <a:pt x="0" y="18"/>
                    <a:pt x="4" y="13"/>
                    <a:pt x="8" y="12"/>
                  </a:cubicBezTo>
                  <a:cubicBezTo>
                    <a:pt x="8" y="12"/>
                    <a:pt x="8" y="12"/>
                    <a:pt x="9" y="12"/>
                  </a:cubicBezTo>
                  <a:cubicBezTo>
                    <a:pt x="10" y="12"/>
                    <a:pt x="12" y="13"/>
                    <a:pt x="13" y="15"/>
                  </a:cubicBezTo>
                  <a:cubicBezTo>
                    <a:pt x="10" y="16"/>
                    <a:pt x="8" y="19"/>
                    <a:pt x="8" y="24"/>
                  </a:cubicBezTo>
                  <a:cubicBezTo>
                    <a:pt x="8" y="31"/>
                    <a:pt x="11" y="33"/>
                    <a:pt x="15" y="33"/>
                  </a:cubicBezTo>
                  <a:cubicBezTo>
                    <a:pt x="18" y="33"/>
                    <a:pt x="22" y="29"/>
                    <a:pt x="22" y="20"/>
                  </a:cubicBezTo>
                  <a:cubicBezTo>
                    <a:pt x="22" y="11"/>
                    <a:pt x="18" y="5"/>
                    <a:pt x="12" y="5"/>
                  </a:cubicBezTo>
                  <a:cubicBezTo>
                    <a:pt x="10" y="5"/>
                    <a:pt x="9" y="5"/>
                    <a:pt x="7" y="6"/>
                  </a:cubicBezTo>
                  <a:cubicBezTo>
                    <a:pt x="7" y="6"/>
                    <a:pt x="7" y="6"/>
                    <a:pt x="6" y="6"/>
                  </a:cubicBezTo>
                  <a:cubicBezTo>
                    <a:pt x="5" y="6"/>
                    <a:pt x="3" y="5"/>
                    <a:pt x="2" y="3"/>
                  </a:cubicBezTo>
                  <a:cubicBezTo>
                    <a:pt x="4" y="1"/>
                    <a:pt x="8" y="0"/>
                    <a:pt x="13" y="0"/>
                  </a:cubicBezTo>
                  <a:cubicBezTo>
                    <a:pt x="23" y="0"/>
                    <a:pt x="31" y="7"/>
                    <a:pt x="31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4" name="Freeform 126"/>
            <p:cNvSpPr>
              <a:spLocks noEditPoints="1"/>
            </p:cNvSpPr>
            <p:nvPr/>
          </p:nvSpPr>
          <p:spPr bwMode="auto">
            <a:xfrm flipV="1">
              <a:off x="4259" y="363"/>
              <a:ext cx="39" cy="52"/>
            </a:xfrm>
            <a:custGeom>
              <a:avLst/>
              <a:gdLst>
                <a:gd name="T0" fmla="*/ 46906 w 29"/>
                <a:gd name="T1" fmla="*/ 11276 h 39"/>
                <a:gd name="T2" fmla="*/ 46906 w 29"/>
                <a:gd name="T3" fmla="*/ 29129 h 39"/>
                <a:gd name="T4" fmla="*/ 17974 w 29"/>
                <a:gd name="T5" fmla="*/ 51785 h 39"/>
                <a:gd name="T6" fmla="*/ 0 w 29"/>
                <a:gd name="T7" fmla="*/ 48997 h 39"/>
                <a:gd name="T8" fmla="*/ 6212 w 29"/>
                <a:gd name="T9" fmla="*/ 44231 h 39"/>
                <a:gd name="T10" fmla="*/ 6212 w 29"/>
                <a:gd name="T11" fmla="*/ 44231 h 39"/>
                <a:gd name="T12" fmla="*/ 15109 w 29"/>
                <a:gd name="T13" fmla="*/ 45179 h 39"/>
                <a:gd name="T14" fmla="*/ 34810 w 29"/>
                <a:gd name="T15" fmla="*/ 27561 h 39"/>
                <a:gd name="T16" fmla="*/ 34810 w 29"/>
                <a:gd name="T17" fmla="*/ 0 h 39"/>
                <a:gd name="T18" fmla="*/ 46906 w 29"/>
                <a:gd name="T19" fmla="*/ 11276 h 39"/>
                <a:gd name="T20" fmla="*/ 15109 w 29"/>
                <a:gd name="T21" fmla="*/ 11276 h 39"/>
                <a:gd name="T22" fmla="*/ 15109 w 29"/>
                <a:gd name="T23" fmla="*/ 23967 h 39"/>
                <a:gd name="T24" fmla="*/ 8354 w 29"/>
                <a:gd name="T25" fmla="*/ 30476 h 39"/>
                <a:gd name="T26" fmla="*/ 1 w 29"/>
                <a:gd name="T27" fmla="*/ 23967 h 39"/>
                <a:gd name="T28" fmla="*/ 1 w 29"/>
                <a:gd name="T29" fmla="*/ 0 h 39"/>
                <a:gd name="T30" fmla="*/ 15109 w 29"/>
                <a:gd name="T31" fmla="*/ 11276 h 3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"/>
                <a:gd name="T49" fmla="*/ 0 h 39"/>
                <a:gd name="T50" fmla="*/ 29 w 29"/>
                <a:gd name="T51" fmla="*/ 39 h 3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" h="39">
                  <a:moveTo>
                    <a:pt x="29" y="8"/>
                  </a:moveTo>
                  <a:lnTo>
                    <a:pt x="29" y="22"/>
                  </a:lnTo>
                  <a:cubicBezTo>
                    <a:pt x="29" y="32"/>
                    <a:pt x="21" y="39"/>
                    <a:pt x="11" y="39"/>
                  </a:cubicBezTo>
                  <a:cubicBezTo>
                    <a:pt x="6" y="39"/>
                    <a:pt x="2" y="38"/>
                    <a:pt x="0" y="37"/>
                  </a:cubicBezTo>
                  <a:cubicBezTo>
                    <a:pt x="0" y="35"/>
                    <a:pt x="2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6" y="34"/>
                    <a:pt x="7" y="34"/>
                    <a:pt x="9" y="34"/>
                  </a:cubicBezTo>
                  <a:cubicBezTo>
                    <a:pt x="17" y="34"/>
                    <a:pt x="21" y="30"/>
                    <a:pt x="21" y="21"/>
                  </a:cubicBezTo>
                  <a:lnTo>
                    <a:pt x="21" y="0"/>
                  </a:lnTo>
                  <a:cubicBezTo>
                    <a:pt x="25" y="0"/>
                    <a:pt x="29" y="3"/>
                    <a:pt x="29" y="8"/>
                  </a:cubicBezTo>
                  <a:close/>
                  <a:moveTo>
                    <a:pt x="9" y="8"/>
                  </a:moveTo>
                  <a:lnTo>
                    <a:pt x="9" y="18"/>
                  </a:lnTo>
                  <a:cubicBezTo>
                    <a:pt x="9" y="21"/>
                    <a:pt x="7" y="23"/>
                    <a:pt x="5" y="23"/>
                  </a:cubicBezTo>
                  <a:cubicBezTo>
                    <a:pt x="3" y="23"/>
                    <a:pt x="1" y="21"/>
                    <a:pt x="1" y="18"/>
                  </a:cubicBezTo>
                  <a:lnTo>
                    <a:pt x="1" y="0"/>
                  </a:lnTo>
                  <a:cubicBezTo>
                    <a:pt x="5" y="0"/>
                    <a:pt x="9" y="3"/>
                    <a:pt x="9" y="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5" name="Freeform 127"/>
            <p:cNvSpPr>
              <a:spLocks/>
            </p:cNvSpPr>
            <p:nvPr/>
          </p:nvSpPr>
          <p:spPr bwMode="auto">
            <a:xfrm flipV="1">
              <a:off x="376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8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8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6" name="Freeform 128"/>
            <p:cNvSpPr>
              <a:spLocks/>
            </p:cNvSpPr>
            <p:nvPr/>
          </p:nvSpPr>
          <p:spPr bwMode="auto">
            <a:xfrm flipV="1">
              <a:off x="3810" y="675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8559 w 22"/>
                <a:gd name="T5" fmla="*/ 33320 h 31"/>
                <a:gd name="T6" fmla="*/ 0 w 22"/>
                <a:gd name="T7" fmla="*/ 30882 h 31"/>
                <a:gd name="T8" fmla="*/ 2353 w 22"/>
                <a:gd name="T9" fmla="*/ 30644 h 31"/>
                <a:gd name="T10" fmla="*/ 3102 w 22"/>
                <a:gd name="T11" fmla="*/ 30644 h 31"/>
                <a:gd name="T12" fmla="*/ 7105 w 22"/>
                <a:gd name="T13" fmla="*/ 30882 h 31"/>
                <a:gd name="T14" fmla="*/ 16671 w 22"/>
                <a:gd name="T15" fmla="*/ 17655 h 31"/>
                <a:gd name="T16" fmla="*/ 16671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6" y="31"/>
                    <a:pt x="8" y="31"/>
                  </a:cubicBezTo>
                  <a:cubicBezTo>
                    <a:pt x="5" y="31"/>
                    <a:pt x="1" y="30"/>
                    <a:pt x="0" y="29"/>
                  </a:cubicBezTo>
                  <a:cubicBezTo>
                    <a:pt x="0" y="28"/>
                    <a:pt x="1" y="28"/>
                    <a:pt x="2" y="28"/>
                  </a:cubicBezTo>
                  <a:cubicBezTo>
                    <a:pt x="2" y="28"/>
                    <a:pt x="3" y="28"/>
                    <a:pt x="3" y="28"/>
                  </a:cubicBezTo>
                  <a:cubicBezTo>
                    <a:pt x="4" y="28"/>
                    <a:pt x="5" y="29"/>
                    <a:pt x="7" y="29"/>
                  </a:cubicBezTo>
                  <a:cubicBezTo>
                    <a:pt x="14" y="29"/>
                    <a:pt x="17" y="24"/>
                    <a:pt x="17" y="17"/>
                  </a:cubicBezTo>
                  <a:lnTo>
                    <a:pt x="17" y="0"/>
                  </a:lnTo>
                  <a:cubicBezTo>
                    <a:pt x="19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7" name="Freeform 129"/>
            <p:cNvSpPr>
              <a:spLocks/>
            </p:cNvSpPr>
            <p:nvPr/>
          </p:nvSpPr>
          <p:spPr bwMode="auto">
            <a:xfrm flipV="1">
              <a:off x="3850" y="675"/>
              <a:ext cx="5" cy="41"/>
            </a:xfrm>
            <a:custGeom>
              <a:avLst/>
              <a:gdLst>
                <a:gd name="T0" fmla="*/ 890 w 4"/>
                <a:gd name="T1" fmla="*/ 5725 h 31"/>
                <a:gd name="T2" fmla="*/ 890 w 4"/>
                <a:gd name="T3" fmla="*/ 30644 h 31"/>
                <a:gd name="T4" fmla="*/ 570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89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8" name="Freeform 130"/>
            <p:cNvSpPr>
              <a:spLocks noEditPoints="1"/>
            </p:cNvSpPr>
            <p:nvPr/>
          </p:nvSpPr>
          <p:spPr bwMode="auto">
            <a:xfrm flipV="1">
              <a:off x="3866" y="675"/>
              <a:ext cx="37" cy="41"/>
            </a:xfrm>
            <a:custGeom>
              <a:avLst/>
              <a:gdLst>
                <a:gd name="T0" fmla="*/ 17274 w 28"/>
                <a:gd name="T1" fmla="*/ 19881 h 31"/>
                <a:gd name="T2" fmla="*/ 17274 w 28"/>
                <a:gd name="T3" fmla="*/ 33320 h 31"/>
                <a:gd name="T4" fmla="*/ 13072 w 28"/>
                <a:gd name="T5" fmla="*/ 27979 h 31"/>
                <a:gd name="T6" fmla="*/ 13072 w 28"/>
                <a:gd name="T7" fmla="*/ 13246 h 31"/>
                <a:gd name="T8" fmla="*/ 17274 w 28"/>
                <a:gd name="T9" fmla="*/ 19881 h 31"/>
                <a:gd name="T10" fmla="*/ 30163 w 28"/>
                <a:gd name="T11" fmla="*/ 21155 h 31"/>
                <a:gd name="T12" fmla="*/ 30163 w 28"/>
                <a:gd name="T13" fmla="*/ 33320 h 31"/>
                <a:gd name="T14" fmla="*/ 25876 w 28"/>
                <a:gd name="T15" fmla="*/ 27979 h 31"/>
                <a:gd name="T16" fmla="*/ 25876 w 28"/>
                <a:gd name="T17" fmla="*/ 20762 h 31"/>
                <a:gd name="T18" fmla="*/ 8900 w 28"/>
                <a:gd name="T19" fmla="*/ 3273 h 31"/>
                <a:gd name="T20" fmla="*/ 7486 w 28"/>
                <a:gd name="T21" fmla="*/ 3273 h 31"/>
                <a:gd name="T22" fmla="*/ 4287 w 28"/>
                <a:gd name="T23" fmla="*/ 33320 h 31"/>
                <a:gd name="T24" fmla="*/ 0 w 28"/>
                <a:gd name="T25" fmla="*/ 27459 h 31"/>
                <a:gd name="T26" fmla="*/ 0 w 28"/>
                <a:gd name="T27" fmla="*/ 26294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21155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4" y="29"/>
                    <a:pt x="24" y="26"/>
                  </a:cubicBezTo>
                  <a:lnTo>
                    <a:pt x="24" y="19"/>
                  </a:lnTo>
                  <a:cubicBezTo>
                    <a:pt x="24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5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29" name="Freeform 131"/>
            <p:cNvSpPr>
              <a:spLocks/>
            </p:cNvSpPr>
            <p:nvPr/>
          </p:nvSpPr>
          <p:spPr bwMode="auto">
            <a:xfrm flipV="1">
              <a:off x="3912" y="675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1453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7" y="37"/>
                  </a:lnTo>
                  <a:cubicBezTo>
                    <a:pt x="5" y="36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0" name="Freeform 132"/>
            <p:cNvSpPr>
              <a:spLocks/>
            </p:cNvSpPr>
            <p:nvPr/>
          </p:nvSpPr>
          <p:spPr bwMode="auto">
            <a:xfrm flipV="1">
              <a:off x="3954" y="675"/>
              <a:ext cx="38" cy="41"/>
            </a:xfrm>
            <a:custGeom>
              <a:avLst/>
              <a:gdLst>
                <a:gd name="T0" fmla="*/ 25097 w 29"/>
                <a:gd name="T1" fmla="*/ 6914 h 31"/>
                <a:gd name="T2" fmla="*/ 25097 w 29"/>
                <a:gd name="T3" fmla="*/ 19881 h 31"/>
                <a:gd name="T4" fmla="*/ 12076 w 29"/>
                <a:gd name="T5" fmla="*/ 33320 h 31"/>
                <a:gd name="T6" fmla="*/ 2792 w 29"/>
                <a:gd name="T7" fmla="*/ 30882 h 31"/>
                <a:gd name="T8" fmla="*/ 4793 w 29"/>
                <a:gd name="T9" fmla="*/ 29402 h 31"/>
                <a:gd name="T10" fmla="*/ 4793 w 29"/>
                <a:gd name="T11" fmla="*/ 29402 h 31"/>
                <a:gd name="T12" fmla="*/ 4793 w 29"/>
                <a:gd name="T13" fmla="*/ 5725 h 31"/>
                <a:gd name="T14" fmla="*/ 2792 w 29"/>
                <a:gd name="T15" fmla="*/ 2475 h 31"/>
                <a:gd name="T16" fmla="*/ 2131 w 29"/>
                <a:gd name="T17" fmla="*/ 2475 h 31"/>
                <a:gd name="T18" fmla="*/ 2131 w 29"/>
                <a:gd name="T19" fmla="*/ 3273 h 31"/>
                <a:gd name="T20" fmla="*/ 0 w 29"/>
                <a:gd name="T21" fmla="*/ 1 h 31"/>
                <a:gd name="T22" fmla="*/ 2792 w 29"/>
                <a:gd name="T23" fmla="*/ 0 h 31"/>
                <a:gd name="T24" fmla="*/ 8229 w 29"/>
                <a:gd name="T25" fmla="*/ 6914 h 31"/>
                <a:gd name="T26" fmla="*/ 8229 w 29"/>
                <a:gd name="T27" fmla="*/ 30644 h 31"/>
                <a:gd name="T28" fmla="*/ 11155 w 29"/>
                <a:gd name="T29" fmla="*/ 30882 h 31"/>
                <a:gd name="T30" fmla="*/ 20735 w 29"/>
                <a:gd name="T31" fmla="*/ 19881 h 31"/>
                <a:gd name="T32" fmla="*/ 20735 w 29"/>
                <a:gd name="T33" fmla="*/ 0 h 31"/>
                <a:gd name="T34" fmla="*/ 25097 w 29"/>
                <a:gd name="T35" fmla="*/ 6914 h 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"/>
                <a:gd name="T55" fmla="*/ 0 h 31"/>
                <a:gd name="T56" fmla="*/ 29 w 29"/>
                <a:gd name="T57" fmla="*/ 31 h 3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" h="31">
                  <a:moveTo>
                    <a:pt x="29" y="6"/>
                  </a:moveTo>
                  <a:lnTo>
                    <a:pt x="29" y="18"/>
                  </a:lnTo>
                  <a:cubicBezTo>
                    <a:pt x="29" y="26"/>
                    <a:pt x="22" y="31"/>
                    <a:pt x="14" y="31"/>
                  </a:cubicBezTo>
                  <a:cubicBezTo>
                    <a:pt x="10" y="31"/>
                    <a:pt x="6" y="30"/>
                    <a:pt x="3" y="29"/>
                  </a:cubicBezTo>
                  <a:cubicBezTo>
                    <a:pt x="3" y="28"/>
                    <a:pt x="4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lnTo>
                    <a:pt x="5" y="5"/>
                  </a:lnTo>
                  <a:cubicBezTo>
                    <a:pt x="5" y="3"/>
                    <a:pt x="4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1" y="1"/>
                    <a:pt x="1" y="0"/>
                    <a:pt x="3" y="0"/>
                  </a:cubicBezTo>
                  <a:cubicBezTo>
                    <a:pt x="7" y="0"/>
                    <a:pt x="9" y="2"/>
                    <a:pt x="9" y="6"/>
                  </a:cubicBezTo>
                  <a:lnTo>
                    <a:pt x="9" y="28"/>
                  </a:lnTo>
                  <a:cubicBezTo>
                    <a:pt x="10" y="29"/>
                    <a:pt x="12" y="29"/>
                    <a:pt x="13" y="29"/>
                  </a:cubicBezTo>
                  <a:cubicBezTo>
                    <a:pt x="19" y="29"/>
                    <a:pt x="24" y="25"/>
                    <a:pt x="24" y="18"/>
                  </a:cubicBezTo>
                  <a:lnTo>
                    <a:pt x="24" y="0"/>
                  </a:lnTo>
                  <a:cubicBezTo>
                    <a:pt x="27" y="0"/>
                    <a:pt x="29" y="2"/>
                    <a:pt x="29" y="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1" name="Freeform 133"/>
            <p:cNvSpPr>
              <a:spLocks noEditPoints="1"/>
            </p:cNvSpPr>
            <p:nvPr/>
          </p:nvSpPr>
          <p:spPr bwMode="auto">
            <a:xfrm flipV="1">
              <a:off x="3768" y="581"/>
              <a:ext cx="33" cy="40"/>
            </a:xfrm>
            <a:custGeom>
              <a:avLst/>
              <a:gdLst>
                <a:gd name="T0" fmla="*/ 26316 w 25"/>
                <a:gd name="T1" fmla="*/ 3679 h 30"/>
                <a:gd name="T2" fmla="*/ 26316 w 25"/>
                <a:gd name="T3" fmla="*/ 20671 h 30"/>
                <a:gd name="T4" fmla="*/ 9651 w 25"/>
                <a:gd name="T5" fmla="*/ 39909 h 30"/>
                <a:gd name="T6" fmla="*/ 0 w 25"/>
                <a:gd name="T7" fmla="*/ 36748 h 30"/>
                <a:gd name="T8" fmla="*/ 0 w 25"/>
                <a:gd name="T9" fmla="*/ 0 h 30"/>
                <a:gd name="T10" fmla="*/ 22196 w 25"/>
                <a:gd name="T11" fmla="*/ 0 h 30"/>
                <a:gd name="T12" fmla="*/ 26316 w 25"/>
                <a:gd name="T13" fmla="*/ 3679 h 30"/>
                <a:gd name="T14" fmla="*/ 20188 w 25"/>
                <a:gd name="T15" fmla="*/ 3679 h 30"/>
                <a:gd name="T16" fmla="*/ 4196 w 25"/>
                <a:gd name="T17" fmla="*/ 3679 h 30"/>
                <a:gd name="T18" fmla="*/ 4196 w 25"/>
                <a:gd name="T19" fmla="*/ 35639 h 30"/>
                <a:gd name="T20" fmla="*/ 8777 w 25"/>
                <a:gd name="T21" fmla="*/ 36748 h 30"/>
                <a:gd name="T22" fmla="*/ 20188 w 25"/>
                <a:gd name="T23" fmla="*/ 20671 h 30"/>
                <a:gd name="T24" fmla="*/ 20188 w 25"/>
                <a:gd name="T25" fmla="*/ 3679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30"/>
                <a:gd name="T41" fmla="*/ 25 w 25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30">
                  <a:moveTo>
                    <a:pt x="25" y="3"/>
                  </a:moveTo>
                  <a:lnTo>
                    <a:pt x="25" y="16"/>
                  </a:lnTo>
                  <a:cubicBezTo>
                    <a:pt x="25" y="25"/>
                    <a:pt x="18" y="30"/>
                    <a:pt x="9" y="30"/>
                  </a:cubicBezTo>
                  <a:cubicBezTo>
                    <a:pt x="5" y="30"/>
                    <a:pt x="1" y="29"/>
                    <a:pt x="0" y="28"/>
                  </a:cubicBezTo>
                  <a:lnTo>
                    <a:pt x="0" y="0"/>
                  </a:lnTo>
                  <a:lnTo>
                    <a:pt x="21" y="0"/>
                  </a:lnTo>
                  <a:cubicBezTo>
                    <a:pt x="22" y="0"/>
                    <a:pt x="24" y="1"/>
                    <a:pt x="25" y="3"/>
                  </a:cubicBezTo>
                  <a:close/>
                  <a:moveTo>
                    <a:pt x="20" y="3"/>
                  </a:moveTo>
                  <a:lnTo>
                    <a:pt x="4" y="3"/>
                  </a:lnTo>
                  <a:lnTo>
                    <a:pt x="4" y="27"/>
                  </a:lnTo>
                  <a:cubicBezTo>
                    <a:pt x="5" y="28"/>
                    <a:pt x="7" y="28"/>
                    <a:pt x="8" y="28"/>
                  </a:cubicBezTo>
                  <a:cubicBezTo>
                    <a:pt x="14" y="28"/>
                    <a:pt x="20" y="24"/>
                    <a:pt x="20" y="16"/>
                  </a:cubicBezTo>
                  <a:lnTo>
                    <a:pt x="20" y="3"/>
                  </a:ln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2" name="Freeform 134"/>
            <p:cNvSpPr>
              <a:spLocks/>
            </p:cNvSpPr>
            <p:nvPr/>
          </p:nvSpPr>
          <p:spPr bwMode="auto">
            <a:xfrm flipV="1">
              <a:off x="3812" y="581"/>
              <a:ext cx="5" cy="24"/>
            </a:xfrm>
            <a:custGeom>
              <a:avLst/>
              <a:gdLst>
                <a:gd name="T0" fmla="*/ 890 w 4"/>
                <a:gd name="T1" fmla="*/ 6540 h 18"/>
                <a:gd name="T2" fmla="*/ 890 w 4"/>
                <a:gd name="T3" fmla="*/ 20047 h 18"/>
                <a:gd name="T4" fmla="*/ 570 w 4"/>
                <a:gd name="T5" fmla="*/ 23967 h 18"/>
                <a:gd name="T6" fmla="*/ 0 w 4"/>
                <a:gd name="T7" fmla="*/ 20047 h 18"/>
                <a:gd name="T8" fmla="*/ 0 w 4"/>
                <a:gd name="T9" fmla="*/ 0 h 18"/>
                <a:gd name="T10" fmla="*/ 890 w 4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18"/>
                <a:gd name="T20" fmla="*/ 4 w 4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18">
                  <a:moveTo>
                    <a:pt x="4" y="5"/>
                  </a:moveTo>
                  <a:lnTo>
                    <a:pt x="4" y="15"/>
                  </a:lnTo>
                  <a:cubicBezTo>
                    <a:pt x="4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3" name="Freeform 135"/>
            <p:cNvSpPr>
              <a:spLocks/>
            </p:cNvSpPr>
            <p:nvPr/>
          </p:nvSpPr>
          <p:spPr bwMode="auto">
            <a:xfrm flipV="1">
              <a:off x="3825" y="581"/>
              <a:ext cx="34" cy="40"/>
            </a:xfrm>
            <a:custGeom>
              <a:avLst/>
              <a:gdLst>
                <a:gd name="T0" fmla="*/ 21143 w 26"/>
                <a:gd name="T1" fmla="*/ 2759 h 30"/>
                <a:gd name="T2" fmla="*/ 19995 w 26"/>
                <a:gd name="T3" fmla="*/ 2759 h 30"/>
                <a:gd name="T4" fmla="*/ 18722 w 26"/>
                <a:gd name="T5" fmla="*/ 3679 h 30"/>
                <a:gd name="T6" fmla="*/ 18722 w 26"/>
                <a:gd name="T7" fmla="*/ 22857 h 30"/>
                <a:gd name="T8" fmla="*/ 7458 w 26"/>
                <a:gd name="T9" fmla="*/ 39909 h 30"/>
                <a:gd name="T10" fmla="*/ 1 w 26"/>
                <a:gd name="T11" fmla="*/ 36748 h 30"/>
                <a:gd name="T12" fmla="*/ 2550 w 26"/>
                <a:gd name="T13" fmla="*/ 35639 h 30"/>
                <a:gd name="T14" fmla="*/ 3335 w 26"/>
                <a:gd name="T15" fmla="*/ 35639 h 30"/>
                <a:gd name="T16" fmla="*/ 6191 w 26"/>
                <a:gd name="T17" fmla="*/ 36748 h 30"/>
                <a:gd name="T18" fmla="*/ 15290 w 26"/>
                <a:gd name="T19" fmla="*/ 20671 h 30"/>
                <a:gd name="T20" fmla="*/ 15290 w 26"/>
                <a:gd name="T21" fmla="*/ 2759 h 30"/>
                <a:gd name="T22" fmla="*/ 2550 w 26"/>
                <a:gd name="T23" fmla="*/ 2759 h 30"/>
                <a:gd name="T24" fmla="*/ 0 w 26"/>
                <a:gd name="T25" fmla="*/ 0 h 30"/>
                <a:gd name="T26" fmla="*/ 19995 w 26"/>
                <a:gd name="T27" fmla="*/ 0 h 30"/>
                <a:gd name="T28" fmla="*/ 21143 w 26"/>
                <a:gd name="T29" fmla="*/ 2759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0"/>
                <a:gd name="T47" fmla="*/ 26 w 26"/>
                <a:gd name="T48" fmla="*/ 30 h 3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0">
                  <a:moveTo>
                    <a:pt x="26" y="2"/>
                  </a:moveTo>
                  <a:lnTo>
                    <a:pt x="24" y="2"/>
                  </a:lnTo>
                  <a:cubicBezTo>
                    <a:pt x="23" y="2"/>
                    <a:pt x="23" y="3"/>
                    <a:pt x="23" y="3"/>
                  </a:cubicBezTo>
                  <a:lnTo>
                    <a:pt x="23" y="17"/>
                  </a:lnTo>
                  <a:cubicBezTo>
                    <a:pt x="23" y="26"/>
                    <a:pt x="17" y="30"/>
                    <a:pt x="9" y="30"/>
                  </a:cubicBezTo>
                  <a:cubicBezTo>
                    <a:pt x="6" y="30"/>
                    <a:pt x="3" y="29"/>
                    <a:pt x="1" y="28"/>
                  </a:cubicBezTo>
                  <a:cubicBezTo>
                    <a:pt x="1" y="27"/>
                    <a:pt x="2" y="27"/>
                    <a:pt x="3" y="27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5" y="27"/>
                    <a:pt x="7" y="28"/>
                    <a:pt x="8" y="28"/>
                  </a:cubicBezTo>
                  <a:cubicBezTo>
                    <a:pt x="15" y="28"/>
                    <a:pt x="18" y="23"/>
                    <a:pt x="18" y="16"/>
                  </a:cubicBezTo>
                  <a:lnTo>
                    <a:pt x="18" y="2"/>
                  </a:lnTo>
                  <a:lnTo>
                    <a:pt x="3" y="2"/>
                  </a:lnTo>
                  <a:cubicBezTo>
                    <a:pt x="2" y="2"/>
                    <a:pt x="0" y="2"/>
                    <a:pt x="0" y="0"/>
                  </a:cubicBezTo>
                  <a:lnTo>
                    <a:pt x="24" y="0"/>
                  </a:lnTo>
                  <a:cubicBezTo>
                    <a:pt x="25" y="0"/>
                    <a:pt x="26" y="1"/>
                    <a:pt x="26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4" name="Freeform 136"/>
            <p:cNvSpPr>
              <a:spLocks noEditPoints="1"/>
            </p:cNvSpPr>
            <p:nvPr/>
          </p:nvSpPr>
          <p:spPr bwMode="auto">
            <a:xfrm flipV="1">
              <a:off x="3867" y="581"/>
              <a:ext cx="37" cy="42"/>
            </a:xfrm>
            <a:custGeom>
              <a:avLst/>
              <a:gdLst>
                <a:gd name="T0" fmla="*/ 17274 w 28"/>
                <a:gd name="T1" fmla="*/ 35961 h 31"/>
                <a:gd name="T2" fmla="*/ 17274 w 28"/>
                <a:gd name="T3" fmla="*/ 61353 h 31"/>
                <a:gd name="T4" fmla="*/ 13072 w 28"/>
                <a:gd name="T5" fmla="*/ 51245 h 31"/>
                <a:gd name="T6" fmla="*/ 13072 w 28"/>
                <a:gd name="T7" fmla="*/ 24413 h 31"/>
                <a:gd name="T8" fmla="*/ 17274 w 28"/>
                <a:gd name="T9" fmla="*/ 35961 h 31"/>
                <a:gd name="T10" fmla="*/ 30163 w 28"/>
                <a:gd name="T11" fmla="*/ 39970 h 31"/>
                <a:gd name="T12" fmla="*/ 30163 w 28"/>
                <a:gd name="T13" fmla="*/ 61353 h 31"/>
                <a:gd name="T14" fmla="*/ 24544 w 28"/>
                <a:gd name="T15" fmla="*/ 51245 h 31"/>
                <a:gd name="T16" fmla="*/ 24544 w 28"/>
                <a:gd name="T17" fmla="*/ 37824 h 31"/>
                <a:gd name="T18" fmla="*/ 8900 w 28"/>
                <a:gd name="T19" fmla="*/ 5348 h 31"/>
                <a:gd name="T20" fmla="*/ 7486 w 28"/>
                <a:gd name="T21" fmla="*/ 5348 h 31"/>
                <a:gd name="T22" fmla="*/ 4287 w 28"/>
                <a:gd name="T23" fmla="*/ 61353 h 31"/>
                <a:gd name="T24" fmla="*/ 0 w 28"/>
                <a:gd name="T25" fmla="*/ 51245 h 31"/>
                <a:gd name="T26" fmla="*/ 0 w 28"/>
                <a:gd name="T27" fmla="*/ 48721 h 31"/>
                <a:gd name="T28" fmla="*/ 3244 w 28"/>
                <a:gd name="T29" fmla="*/ 1 h 31"/>
                <a:gd name="T30" fmla="*/ 7486 w 28"/>
                <a:gd name="T31" fmla="*/ 0 h 31"/>
                <a:gd name="T32" fmla="*/ 30163 w 28"/>
                <a:gd name="T33" fmla="*/ 39970 h 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8"/>
                <a:gd name="T52" fmla="*/ 0 h 31"/>
                <a:gd name="T53" fmla="*/ 28 w 28"/>
                <a:gd name="T54" fmla="*/ 31 h 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8" h="31">
                  <a:moveTo>
                    <a:pt x="16" y="18"/>
                  </a:moveTo>
                  <a:lnTo>
                    <a:pt x="16" y="31"/>
                  </a:lnTo>
                  <a:cubicBezTo>
                    <a:pt x="13" y="31"/>
                    <a:pt x="12" y="29"/>
                    <a:pt x="12" y="26"/>
                  </a:cubicBezTo>
                  <a:lnTo>
                    <a:pt x="12" y="12"/>
                  </a:lnTo>
                  <a:cubicBezTo>
                    <a:pt x="15" y="13"/>
                    <a:pt x="16" y="16"/>
                    <a:pt x="16" y="18"/>
                  </a:cubicBezTo>
                  <a:close/>
                  <a:moveTo>
                    <a:pt x="28" y="20"/>
                  </a:moveTo>
                  <a:lnTo>
                    <a:pt x="28" y="31"/>
                  </a:lnTo>
                  <a:cubicBezTo>
                    <a:pt x="25" y="31"/>
                    <a:pt x="23" y="29"/>
                    <a:pt x="23" y="26"/>
                  </a:cubicBezTo>
                  <a:lnTo>
                    <a:pt x="23" y="19"/>
                  </a:lnTo>
                  <a:cubicBezTo>
                    <a:pt x="23" y="10"/>
                    <a:pt x="16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4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8" y="9"/>
                    <a:pt x="28" y="20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5" name="Freeform 137"/>
            <p:cNvSpPr>
              <a:spLocks/>
            </p:cNvSpPr>
            <p:nvPr/>
          </p:nvSpPr>
          <p:spPr bwMode="auto">
            <a:xfrm flipV="1">
              <a:off x="3915" y="581"/>
              <a:ext cx="32" cy="42"/>
            </a:xfrm>
            <a:custGeom>
              <a:avLst/>
              <a:gdLst>
                <a:gd name="T0" fmla="*/ 31956 w 24"/>
                <a:gd name="T1" fmla="*/ 9817 h 31"/>
                <a:gd name="T2" fmla="*/ 31956 w 24"/>
                <a:gd name="T3" fmla="*/ 35961 h 31"/>
                <a:gd name="T4" fmla="*/ 11627 w 24"/>
                <a:gd name="T5" fmla="*/ 61353 h 31"/>
                <a:gd name="T6" fmla="*/ 0 w 24"/>
                <a:gd name="T7" fmla="*/ 57711 h 31"/>
                <a:gd name="T8" fmla="*/ 0 w 24"/>
                <a:gd name="T9" fmla="*/ 0 h 31"/>
                <a:gd name="T10" fmla="*/ 4905 w 24"/>
                <a:gd name="T11" fmla="*/ 9817 h 31"/>
                <a:gd name="T12" fmla="*/ 4905 w 24"/>
                <a:gd name="T13" fmla="*/ 54779 h 31"/>
                <a:gd name="T14" fmla="*/ 11276 w 24"/>
                <a:gd name="T15" fmla="*/ 57711 h 31"/>
                <a:gd name="T16" fmla="*/ 24880 w 24"/>
                <a:gd name="T17" fmla="*/ 33424 h 31"/>
                <a:gd name="T18" fmla="*/ 24880 w 24"/>
                <a:gd name="T19" fmla="*/ 0 h 31"/>
                <a:gd name="T20" fmla="*/ 31956 w 24"/>
                <a:gd name="T21" fmla="*/ 9817 h 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"/>
                <a:gd name="T34" fmla="*/ 0 h 31"/>
                <a:gd name="T35" fmla="*/ 24 w 24"/>
                <a:gd name="T36" fmla="*/ 31 h 3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7" y="31"/>
                    <a:pt x="9" y="31"/>
                  </a:cubicBezTo>
                  <a:cubicBezTo>
                    <a:pt x="5" y="31"/>
                    <a:pt x="2" y="30"/>
                    <a:pt x="0" y="29"/>
                  </a:cubicBezTo>
                  <a:lnTo>
                    <a:pt x="0" y="0"/>
                  </a:lnTo>
                  <a:cubicBezTo>
                    <a:pt x="2" y="0"/>
                    <a:pt x="4" y="1"/>
                    <a:pt x="4" y="5"/>
                  </a:cubicBezTo>
                  <a:lnTo>
                    <a:pt x="4" y="28"/>
                  </a:ln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9" y="24"/>
                    <a:pt x="19" y="17"/>
                  </a:cubicBezTo>
                  <a:lnTo>
                    <a:pt x="19" y="0"/>
                  </a:lnTo>
                  <a:cubicBezTo>
                    <a:pt x="22" y="0"/>
                    <a:pt x="24" y="2"/>
                    <a:pt x="2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6" name="Freeform 138"/>
            <p:cNvSpPr>
              <a:spLocks/>
            </p:cNvSpPr>
            <p:nvPr/>
          </p:nvSpPr>
          <p:spPr bwMode="auto">
            <a:xfrm flipV="1">
              <a:off x="3956" y="581"/>
              <a:ext cx="36" cy="42"/>
            </a:xfrm>
            <a:custGeom>
              <a:avLst/>
              <a:gdLst>
                <a:gd name="T0" fmla="*/ 35639 w 27"/>
                <a:gd name="T1" fmla="*/ 33076 h 31"/>
                <a:gd name="T2" fmla="*/ 20047 w 27"/>
                <a:gd name="T3" fmla="*/ 61353 h 31"/>
                <a:gd name="T4" fmla="*/ 8457 w 27"/>
                <a:gd name="T5" fmla="*/ 51245 h 31"/>
                <a:gd name="T6" fmla="*/ 0 w 27"/>
                <a:gd name="T7" fmla="*/ 61353 h 31"/>
                <a:gd name="T8" fmla="*/ 0 w 27"/>
                <a:gd name="T9" fmla="*/ 60714 h 31"/>
                <a:gd name="T10" fmla="*/ 1 w 27"/>
                <a:gd name="T11" fmla="*/ 54153 h 31"/>
                <a:gd name="T12" fmla="*/ 2759 w 27"/>
                <a:gd name="T13" fmla="*/ 51245 h 31"/>
                <a:gd name="T14" fmla="*/ 3679 w 27"/>
                <a:gd name="T15" fmla="*/ 44813 h 31"/>
                <a:gd name="T16" fmla="*/ 2759 w 27"/>
                <a:gd name="T17" fmla="*/ 39970 h 31"/>
                <a:gd name="T18" fmla="*/ 0 w 27"/>
                <a:gd name="T19" fmla="*/ 0 h 31"/>
                <a:gd name="T20" fmla="*/ 1 w 27"/>
                <a:gd name="T21" fmla="*/ 0 h 31"/>
                <a:gd name="T22" fmla="*/ 6540 w 27"/>
                <a:gd name="T23" fmla="*/ 9817 h 31"/>
                <a:gd name="T24" fmla="*/ 8720 w 27"/>
                <a:gd name="T25" fmla="*/ 40432 h 31"/>
                <a:gd name="T26" fmla="*/ 18660 w 27"/>
                <a:gd name="T27" fmla="*/ 54779 h 31"/>
                <a:gd name="T28" fmla="*/ 29129 w 27"/>
                <a:gd name="T29" fmla="*/ 33076 h 31"/>
                <a:gd name="T30" fmla="*/ 15503 w 27"/>
                <a:gd name="T31" fmla="*/ 5348 h 31"/>
                <a:gd name="T32" fmla="*/ 11627 w 27"/>
                <a:gd name="T33" fmla="*/ 5348 h 31"/>
                <a:gd name="T34" fmla="*/ 8720 w 27"/>
                <a:gd name="T35" fmla="*/ 1 h 31"/>
                <a:gd name="T36" fmla="*/ 17143 w 27"/>
                <a:gd name="T37" fmla="*/ 0 h 31"/>
                <a:gd name="T38" fmla="*/ 17143 w 27"/>
                <a:gd name="T39" fmla="*/ 0 h 31"/>
                <a:gd name="T40" fmla="*/ 35639 w 27"/>
                <a:gd name="T41" fmla="*/ 33076 h 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7"/>
                <a:gd name="T64" fmla="*/ 0 h 31"/>
                <a:gd name="T65" fmla="*/ 27 w 27"/>
                <a:gd name="T66" fmla="*/ 31 h 3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7" h="31">
                  <a:moveTo>
                    <a:pt x="27" y="16"/>
                  </a:moveTo>
                  <a:cubicBezTo>
                    <a:pt x="27" y="25"/>
                    <a:pt x="22" y="31"/>
                    <a:pt x="15" y="31"/>
                  </a:cubicBezTo>
                  <a:cubicBezTo>
                    <a:pt x="11" y="31"/>
                    <a:pt x="8" y="29"/>
                    <a:pt x="6" y="26"/>
                  </a:cubicBezTo>
                  <a:cubicBezTo>
                    <a:pt x="4" y="28"/>
                    <a:pt x="2" y="30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29"/>
                    <a:pt x="0" y="28"/>
                    <a:pt x="1" y="27"/>
                  </a:cubicBezTo>
                  <a:lnTo>
                    <a:pt x="2" y="26"/>
                  </a:lnTo>
                  <a:cubicBezTo>
                    <a:pt x="3" y="25"/>
                    <a:pt x="3" y="24"/>
                    <a:pt x="3" y="22"/>
                  </a:cubicBezTo>
                  <a:cubicBezTo>
                    <a:pt x="3" y="22"/>
                    <a:pt x="3" y="21"/>
                    <a:pt x="2" y="20"/>
                  </a:cubicBezTo>
                  <a:lnTo>
                    <a:pt x="0" y="0"/>
                  </a:lnTo>
                  <a:cubicBezTo>
                    <a:pt x="0" y="0"/>
                    <a:pt x="1" y="0"/>
                    <a:pt x="1" y="0"/>
                  </a:cubicBezTo>
                  <a:cubicBezTo>
                    <a:pt x="3" y="0"/>
                    <a:pt x="4" y="2"/>
                    <a:pt x="5" y="5"/>
                  </a:cubicBezTo>
                  <a:lnTo>
                    <a:pt x="7" y="21"/>
                  </a:lnTo>
                  <a:cubicBezTo>
                    <a:pt x="8" y="26"/>
                    <a:pt x="11" y="28"/>
                    <a:pt x="14" y="28"/>
                  </a:cubicBezTo>
                  <a:cubicBezTo>
                    <a:pt x="19" y="28"/>
                    <a:pt x="22" y="24"/>
                    <a:pt x="22" y="16"/>
                  </a:cubicBezTo>
                  <a:cubicBezTo>
                    <a:pt x="22" y="9"/>
                    <a:pt x="18" y="3"/>
                    <a:pt x="12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9" y="3"/>
                    <a:pt x="8" y="3"/>
                    <a:pt x="7" y="1"/>
                  </a:cubicBezTo>
                  <a:cubicBezTo>
                    <a:pt x="8" y="1"/>
                    <a:pt x="11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7" y="6"/>
                    <a:pt x="27" y="16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7" name="Freeform 139"/>
            <p:cNvSpPr>
              <a:spLocks noEditPoints="1"/>
            </p:cNvSpPr>
            <p:nvPr/>
          </p:nvSpPr>
          <p:spPr bwMode="auto">
            <a:xfrm flipV="1">
              <a:off x="3653" y="488"/>
              <a:ext cx="32" cy="41"/>
            </a:xfrm>
            <a:custGeom>
              <a:avLst/>
              <a:gdLst>
                <a:gd name="T0" fmla="*/ 31956 w 24"/>
                <a:gd name="T1" fmla="*/ 5725 h 31"/>
                <a:gd name="T2" fmla="*/ 31956 w 24"/>
                <a:gd name="T3" fmla="*/ 19881 h 31"/>
                <a:gd name="T4" fmla="*/ 11627 w 24"/>
                <a:gd name="T5" fmla="*/ 33320 h 31"/>
                <a:gd name="T6" fmla="*/ 0 w 24"/>
                <a:gd name="T7" fmla="*/ 30882 h 31"/>
                <a:gd name="T8" fmla="*/ 3679 w 24"/>
                <a:gd name="T9" fmla="*/ 30644 h 31"/>
                <a:gd name="T10" fmla="*/ 4905 w 24"/>
                <a:gd name="T11" fmla="*/ 30644 h 31"/>
                <a:gd name="T12" fmla="*/ 11276 w 24"/>
                <a:gd name="T13" fmla="*/ 30882 h 31"/>
                <a:gd name="T14" fmla="*/ 26729 w 24"/>
                <a:gd name="T15" fmla="*/ 17655 h 31"/>
                <a:gd name="T16" fmla="*/ 26729 w 24"/>
                <a:gd name="T17" fmla="*/ 0 h 31"/>
                <a:gd name="T18" fmla="*/ 31956 w 24"/>
                <a:gd name="T19" fmla="*/ 5725 h 31"/>
                <a:gd name="T20" fmla="*/ 6540 w 24"/>
                <a:gd name="T21" fmla="*/ 5725 h 31"/>
                <a:gd name="T22" fmla="*/ 6540 w 24"/>
                <a:gd name="T23" fmla="*/ 15995 h 31"/>
                <a:gd name="T24" fmla="*/ 3679 w 24"/>
                <a:gd name="T25" fmla="*/ 19881 h 31"/>
                <a:gd name="T26" fmla="*/ 1 w 24"/>
                <a:gd name="T27" fmla="*/ 15995 h 31"/>
                <a:gd name="T28" fmla="*/ 1 w 24"/>
                <a:gd name="T29" fmla="*/ 0 h 31"/>
                <a:gd name="T30" fmla="*/ 6540 w 24"/>
                <a:gd name="T31" fmla="*/ 5725 h 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4"/>
                <a:gd name="T49" fmla="*/ 0 h 31"/>
                <a:gd name="T50" fmla="*/ 24 w 24"/>
                <a:gd name="T51" fmla="*/ 31 h 3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4" h="31">
                  <a:moveTo>
                    <a:pt x="24" y="5"/>
                  </a:moveTo>
                  <a:lnTo>
                    <a:pt x="24" y="18"/>
                  </a:lnTo>
                  <a:cubicBezTo>
                    <a:pt x="24" y="26"/>
                    <a:pt x="18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5" y="29"/>
                    <a:pt x="7" y="29"/>
                    <a:pt x="8" y="29"/>
                  </a:cubicBezTo>
                  <a:cubicBezTo>
                    <a:pt x="15" y="29"/>
                    <a:pt x="20" y="24"/>
                    <a:pt x="20" y="17"/>
                  </a:cubicBezTo>
                  <a:lnTo>
                    <a:pt x="20" y="0"/>
                  </a:lnTo>
                  <a:cubicBezTo>
                    <a:pt x="22" y="0"/>
                    <a:pt x="24" y="2"/>
                    <a:pt x="24" y="5"/>
                  </a:cubicBezTo>
                  <a:close/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4" y="18"/>
                    <a:pt x="3" y="18"/>
                  </a:cubicBezTo>
                  <a:cubicBezTo>
                    <a:pt x="2" y="18"/>
                    <a:pt x="1" y="17"/>
                    <a:pt x="1" y="15"/>
                  </a:cubicBezTo>
                  <a:lnTo>
                    <a:pt x="1" y="0"/>
                  </a:lnTo>
                  <a:cubicBezTo>
                    <a:pt x="3" y="0"/>
                    <a:pt x="5" y="1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8" name="Freeform 140"/>
            <p:cNvSpPr>
              <a:spLocks/>
            </p:cNvSpPr>
            <p:nvPr/>
          </p:nvSpPr>
          <p:spPr bwMode="auto">
            <a:xfrm flipV="1">
              <a:off x="3694" y="488"/>
              <a:ext cx="35" cy="53"/>
            </a:xfrm>
            <a:custGeom>
              <a:avLst/>
              <a:gdLst>
                <a:gd name="T0" fmla="*/ 43370 w 26"/>
                <a:gd name="T1" fmla="*/ 31650 h 40"/>
                <a:gd name="T2" fmla="*/ 23933 w 26"/>
                <a:gd name="T3" fmla="*/ 45273 h 40"/>
                <a:gd name="T4" fmla="*/ 0 w 26"/>
                <a:gd name="T5" fmla="*/ 45273 h 40"/>
                <a:gd name="T6" fmla="*/ 4695 w 26"/>
                <a:gd name="T7" fmla="*/ 41936 h 40"/>
                <a:gd name="T8" fmla="*/ 13728 w 26"/>
                <a:gd name="T9" fmla="*/ 41936 h 40"/>
                <a:gd name="T10" fmla="*/ 1 w 26"/>
                <a:gd name="T11" fmla="*/ 29117 h 40"/>
                <a:gd name="T12" fmla="*/ 1 w 26"/>
                <a:gd name="T13" fmla="*/ 0 h 40"/>
                <a:gd name="T14" fmla="*/ 10198 w 26"/>
                <a:gd name="T15" fmla="*/ 5849 h 40"/>
                <a:gd name="T16" fmla="*/ 10198 w 26"/>
                <a:gd name="T17" fmla="*/ 31617 h 40"/>
                <a:gd name="T18" fmla="*/ 22127 w 26"/>
                <a:gd name="T19" fmla="*/ 41936 h 40"/>
                <a:gd name="T20" fmla="*/ 37610 w 26"/>
                <a:gd name="T21" fmla="*/ 31617 h 40"/>
                <a:gd name="T22" fmla="*/ 23933 w 26"/>
                <a:gd name="T23" fmla="*/ 16124 h 40"/>
                <a:gd name="T24" fmla="*/ 18480 w 26"/>
                <a:gd name="T25" fmla="*/ 11085 h 40"/>
                <a:gd name="T26" fmla="*/ 43370 w 26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"/>
                <a:gd name="T43" fmla="*/ 0 h 40"/>
                <a:gd name="T44" fmla="*/ 26 w 26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" h="40">
                  <a:moveTo>
                    <a:pt x="26" y="28"/>
                  </a:moveTo>
                  <a:cubicBezTo>
                    <a:pt x="26" y="34"/>
                    <a:pt x="22" y="40"/>
                    <a:pt x="14" y="40"/>
                  </a:cubicBezTo>
                  <a:lnTo>
                    <a:pt x="0" y="40"/>
                  </a:lnTo>
                  <a:cubicBezTo>
                    <a:pt x="0" y="38"/>
                    <a:pt x="1" y="37"/>
                    <a:pt x="3" y="37"/>
                  </a:cubicBezTo>
                  <a:lnTo>
                    <a:pt x="8" y="37"/>
                  </a:lnTo>
                  <a:cubicBezTo>
                    <a:pt x="5" y="37"/>
                    <a:pt x="1" y="32"/>
                    <a:pt x="1" y="26"/>
                  </a:cubicBezTo>
                  <a:lnTo>
                    <a:pt x="1" y="0"/>
                  </a:lnTo>
                  <a:cubicBezTo>
                    <a:pt x="5" y="0"/>
                    <a:pt x="6" y="3"/>
                    <a:pt x="6" y="5"/>
                  </a:cubicBezTo>
                  <a:lnTo>
                    <a:pt x="6" y="27"/>
                  </a:lnTo>
                  <a:cubicBezTo>
                    <a:pt x="6" y="33"/>
                    <a:pt x="9" y="37"/>
                    <a:pt x="13" y="37"/>
                  </a:cubicBezTo>
                  <a:cubicBezTo>
                    <a:pt x="19" y="37"/>
                    <a:pt x="22" y="32"/>
                    <a:pt x="22" y="27"/>
                  </a:cubicBezTo>
                  <a:cubicBezTo>
                    <a:pt x="22" y="20"/>
                    <a:pt x="18" y="16"/>
                    <a:pt x="14" y="14"/>
                  </a:cubicBezTo>
                  <a:cubicBezTo>
                    <a:pt x="12" y="13"/>
                    <a:pt x="11" y="12"/>
                    <a:pt x="11" y="10"/>
                  </a:cubicBezTo>
                  <a:cubicBezTo>
                    <a:pt x="17" y="11"/>
                    <a:pt x="26" y="17"/>
                    <a:pt x="26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39" name="Freeform 141"/>
            <p:cNvSpPr>
              <a:spLocks/>
            </p:cNvSpPr>
            <p:nvPr/>
          </p:nvSpPr>
          <p:spPr bwMode="auto">
            <a:xfrm flipV="1">
              <a:off x="3740" y="488"/>
              <a:ext cx="6" cy="24"/>
            </a:xfrm>
            <a:custGeom>
              <a:avLst/>
              <a:gdLst>
                <a:gd name="T0" fmla="*/ 446 w 5"/>
                <a:gd name="T1" fmla="*/ 6540 h 18"/>
                <a:gd name="T2" fmla="*/ 446 w 5"/>
                <a:gd name="T3" fmla="*/ 20047 h 18"/>
                <a:gd name="T4" fmla="*/ 2 w 5"/>
                <a:gd name="T5" fmla="*/ 23967 h 18"/>
                <a:gd name="T6" fmla="*/ 0 w 5"/>
                <a:gd name="T7" fmla="*/ 20047 h 18"/>
                <a:gd name="T8" fmla="*/ 0 w 5"/>
                <a:gd name="T9" fmla="*/ 0 h 18"/>
                <a:gd name="T10" fmla="*/ 446 w 5"/>
                <a:gd name="T11" fmla="*/ 654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"/>
                <a:gd name="T19" fmla="*/ 0 h 18"/>
                <a:gd name="T20" fmla="*/ 5 w 5"/>
                <a:gd name="T21" fmla="*/ 18 h 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" h="18">
                  <a:moveTo>
                    <a:pt x="5" y="5"/>
                  </a:moveTo>
                  <a:lnTo>
                    <a:pt x="5" y="15"/>
                  </a:lnTo>
                  <a:cubicBezTo>
                    <a:pt x="5" y="17"/>
                    <a:pt x="3" y="18"/>
                    <a:pt x="2" y="18"/>
                  </a:cubicBezTo>
                  <a:cubicBezTo>
                    <a:pt x="1" y="18"/>
                    <a:pt x="0" y="17"/>
                    <a:pt x="0" y="15"/>
                  </a:cubicBezTo>
                  <a:lnTo>
                    <a:pt x="0" y="0"/>
                  </a:lnTo>
                  <a:cubicBezTo>
                    <a:pt x="4" y="0"/>
                    <a:pt x="5" y="3"/>
                    <a:pt x="5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0" name="Freeform 142"/>
            <p:cNvSpPr>
              <a:spLocks/>
            </p:cNvSpPr>
            <p:nvPr/>
          </p:nvSpPr>
          <p:spPr bwMode="auto">
            <a:xfrm flipV="1">
              <a:off x="3754" y="488"/>
              <a:ext cx="16" cy="40"/>
            </a:xfrm>
            <a:custGeom>
              <a:avLst/>
              <a:gdLst>
                <a:gd name="T0" fmla="*/ 15503 w 12"/>
                <a:gd name="T1" fmla="*/ 3679 h 30"/>
                <a:gd name="T2" fmla="*/ 15503 w 12"/>
                <a:gd name="T3" fmla="*/ 27561 h 30"/>
                <a:gd name="T4" fmla="*/ 4905 w 12"/>
                <a:gd name="T5" fmla="*/ 39909 h 30"/>
                <a:gd name="T6" fmla="*/ 1 w 12"/>
                <a:gd name="T7" fmla="*/ 38839 h 30"/>
                <a:gd name="T8" fmla="*/ 3679 w 12"/>
                <a:gd name="T9" fmla="*/ 36748 h 30"/>
                <a:gd name="T10" fmla="*/ 4905 w 12"/>
                <a:gd name="T11" fmla="*/ 36748 h 30"/>
                <a:gd name="T12" fmla="*/ 11276 w 12"/>
                <a:gd name="T13" fmla="*/ 30476 h 30"/>
                <a:gd name="T14" fmla="*/ 11276 w 12"/>
                <a:gd name="T15" fmla="*/ 3679 h 30"/>
                <a:gd name="T16" fmla="*/ 3679 w 12"/>
                <a:gd name="T17" fmla="*/ 3679 h 30"/>
                <a:gd name="T18" fmla="*/ 0 w 12"/>
                <a:gd name="T19" fmla="*/ 0 h 30"/>
                <a:gd name="T20" fmla="*/ 11627 w 12"/>
                <a:gd name="T21" fmla="*/ 0 h 30"/>
                <a:gd name="T22" fmla="*/ 15503 w 12"/>
                <a:gd name="T23" fmla="*/ 3679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"/>
                <a:gd name="T37" fmla="*/ 0 h 30"/>
                <a:gd name="T38" fmla="*/ 12 w 12"/>
                <a:gd name="T39" fmla="*/ 30 h 3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" h="30">
                  <a:moveTo>
                    <a:pt x="12" y="3"/>
                  </a:moveTo>
                  <a:lnTo>
                    <a:pt x="12" y="21"/>
                  </a:lnTo>
                  <a:cubicBezTo>
                    <a:pt x="12" y="26"/>
                    <a:pt x="9" y="30"/>
                    <a:pt x="4" y="30"/>
                  </a:cubicBezTo>
                  <a:cubicBezTo>
                    <a:pt x="4" y="30"/>
                    <a:pt x="2" y="30"/>
                    <a:pt x="1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6" y="28"/>
                    <a:pt x="8" y="26"/>
                    <a:pt x="8" y="23"/>
                  </a:cubicBezTo>
                  <a:lnTo>
                    <a:pt x="8" y="3"/>
                  </a:lnTo>
                  <a:lnTo>
                    <a:pt x="3" y="3"/>
                  </a:lnTo>
                  <a:cubicBezTo>
                    <a:pt x="1" y="3"/>
                    <a:pt x="0" y="2"/>
                    <a:pt x="0" y="0"/>
                  </a:cubicBezTo>
                  <a:lnTo>
                    <a:pt x="9" y="0"/>
                  </a:lnTo>
                  <a:cubicBezTo>
                    <a:pt x="11" y="1"/>
                    <a:pt x="12" y="1"/>
                    <a:pt x="12" y="3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1" name="Freeform 143"/>
            <p:cNvSpPr>
              <a:spLocks/>
            </p:cNvSpPr>
            <p:nvPr/>
          </p:nvSpPr>
          <p:spPr bwMode="auto">
            <a:xfrm flipV="1">
              <a:off x="3782" y="488"/>
              <a:ext cx="6" cy="41"/>
            </a:xfrm>
            <a:custGeom>
              <a:avLst/>
              <a:gdLst>
                <a:gd name="T0" fmla="*/ 92170 w 4"/>
                <a:gd name="T1" fmla="*/ 5725 h 31"/>
                <a:gd name="T2" fmla="*/ 92170 w 4"/>
                <a:gd name="T3" fmla="*/ 30644 h 31"/>
                <a:gd name="T4" fmla="*/ 40965 w 4"/>
                <a:gd name="T5" fmla="*/ 33320 h 31"/>
                <a:gd name="T6" fmla="*/ 0 w 4"/>
                <a:gd name="T7" fmla="*/ 30644 h 31"/>
                <a:gd name="T8" fmla="*/ 0 w 4"/>
                <a:gd name="T9" fmla="*/ 0 h 31"/>
                <a:gd name="T10" fmla="*/ 92170 w 4"/>
                <a:gd name="T11" fmla="*/ 572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"/>
                <a:gd name="T19" fmla="*/ 0 h 31"/>
                <a:gd name="T20" fmla="*/ 4 w 4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" h="31">
                  <a:moveTo>
                    <a:pt x="4" y="5"/>
                  </a:moveTo>
                  <a:lnTo>
                    <a:pt x="4" y="28"/>
                  </a:lnTo>
                  <a:cubicBezTo>
                    <a:pt x="4" y="30"/>
                    <a:pt x="3" y="31"/>
                    <a:pt x="2" y="31"/>
                  </a:cubicBezTo>
                  <a:cubicBezTo>
                    <a:pt x="1" y="31"/>
                    <a:pt x="0" y="30"/>
                    <a:pt x="0" y="28"/>
                  </a:cubicBezTo>
                  <a:lnTo>
                    <a:pt x="0" y="0"/>
                  </a:lnTo>
                  <a:cubicBezTo>
                    <a:pt x="4" y="0"/>
                    <a:pt x="4" y="3"/>
                    <a:pt x="4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2" name="Freeform 144"/>
            <p:cNvSpPr>
              <a:spLocks/>
            </p:cNvSpPr>
            <p:nvPr/>
          </p:nvSpPr>
          <p:spPr bwMode="auto">
            <a:xfrm flipV="1">
              <a:off x="3796" y="488"/>
              <a:ext cx="29" cy="41"/>
            </a:xfrm>
            <a:custGeom>
              <a:avLst/>
              <a:gdLst>
                <a:gd name="T0" fmla="*/ 21975 w 22"/>
                <a:gd name="T1" fmla="*/ 5725 h 31"/>
                <a:gd name="T2" fmla="*/ 21975 w 22"/>
                <a:gd name="T3" fmla="*/ 19881 h 31"/>
                <a:gd name="T4" fmla="*/ 9366 w 22"/>
                <a:gd name="T5" fmla="*/ 33320 h 31"/>
                <a:gd name="T6" fmla="*/ 0 w 22"/>
                <a:gd name="T7" fmla="*/ 30882 h 31"/>
                <a:gd name="T8" fmla="*/ 3102 w 22"/>
                <a:gd name="T9" fmla="*/ 30644 h 31"/>
                <a:gd name="T10" fmla="*/ 4089 w 22"/>
                <a:gd name="T11" fmla="*/ 30644 h 31"/>
                <a:gd name="T12" fmla="*/ 8559 w 22"/>
                <a:gd name="T13" fmla="*/ 30882 h 31"/>
                <a:gd name="T14" fmla="*/ 18059 w 22"/>
                <a:gd name="T15" fmla="*/ 17655 h 31"/>
                <a:gd name="T16" fmla="*/ 18059 w 22"/>
                <a:gd name="T17" fmla="*/ 0 h 31"/>
                <a:gd name="T18" fmla="*/ 21975 w 22"/>
                <a:gd name="T19" fmla="*/ 572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"/>
                <a:gd name="T31" fmla="*/ 0 h 31"/>
                <a:gd name="T32" fmla="*/ 22 w 22"/>
                <a:gd name="T33" fmla="*/ 31 h 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" h="31">
                  <a:moveTo>
                    <a:pt x="22" y="5"/>
                  </a:moveTo>
                  <a:lnTo>
                    <a:pt x="22" y="18"/>
                  </a:lnTo>
                  <a:cubicBezTo>
                    <a:pt x="22" y="27"/>
                    <a:pt x="17" y="31"/>
                    <a:pt x="9" y="31"/>
                  </a:cubicBezTo>
                  <a:cubicBezTo>
                    <a:pt x="6" y="31"/>
                    <a:pt x="2" y="30"/>
                    <a:pt x="0" y="29"/>
                  </a:cubicBezTo>
                  <a:cubicBezTo>
                    <a:pt x="1" y="28"/>
                    <a:pt x="2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5" y="28"/>
                    <a:pt x="6" y="29"/>
                    <a:pt x="8" y="29"/>
                  </a:cubicBezTo>
                  <a:cubicBezTo>
                    <a:pt x="14" y="29"/>
                    <a:pt x="18" y="24"/>
                    <a:pt x="18" y="17"/>
                  </a:cubicBezTo>
                  <a:lnTo>
                    <a:pt x="18" y="0"/>
                  </a:lnTo>
                  <a:cubicBezTo>
                    <a:pt x="20" y="0"/>
                    <a:pt x="22" y="1"/>
                    <a:pt x="22" y="5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3" name="Freeform 145"/>
            <p:cNvSpPr>
              <a:spLocks/>
            </p:cNvSpPr>
            <p:nvPr/>
          </p:nvSpPr>
          <p:spPr bwMode="auto">
            <a:xfrm flipV="1">
              <a:off x="3835" y="488"/>
              <a:ext cx="35" cy="41"/>
            </a:xfrm>
            <a:custGeom>
              <a:avLst/>
              <a:gdLst>
                <a:gd name="T0" fmla="*/ 43370 w 26"/>
                <a:gd name="T1" fmla="*/ 20762 h 31"/>
                <a:gd name="T2" fmla="*/ 23933 w 26"/>
                <a:gd name="T3" fmla="*/ 33320 h 31"/>
                <a:gd name="T4" fmla="*/ 13728 w 26"/>
                <a:gd name="T5" fmla="*/ 30882 h 31"/>
                <a:gd name="T6" fmla="*/ 16437 w 26"/>
                <a:gd name="T7" fmla="*/ 30644 h 31"/>
                <a:gd name="T8" fmla="*/ 20755 w 26"/>
                <a:gd name="T9" fmla="*/ 30644 h 31"/>
                <a:gd name="T10" fmla="*/ 22127 w 26"/>
                <a:gd name="T11" fmla="*/ 30882 h 31"/>
                <a:gd name="T12" fmla="*/ 35390 w 26"/>
                <a:gd name="T13" fmla="*/ 20762 h 31"/>
                <a:gd name="T14" fmla="*/ 13728 w 26"/>
                <a:gd name="T15" fmla="*/ 3273 h 31"/>
                <a:gd name="T16" fmla="*/ 11453 w 26"/>
                <a:gd name="T17" fmla="*/ 3273 h 31"/>
                <a:gd name="T18" fmla="*/ 6320 w 26"/>
                <a:gd name="T19" fmla="*/ 33320 h 31"/>
                <a:gd name="T20" fmla="*/ 0 w 26"/>
                <a:gd name="T21" fmla="*/ 27979 h 31"/>
                <a:gd name="T22" fmla="*/ 0 w 26"/>
                <a:gd name="T23" fmla="*/ 26294 h 31"/>
                <a:gd name="T24" fmla="*/ 4695 w 26"/>
                <a:gd name="T25" fmla="*/ 1 h 31"/>
                <a:gd name="T26" fmla="*/ 11453 w 26"/>
                <a:gd name="T27" fmla="*/ 0 h 31"/>
                <a:gd name="T28" fmla="*/ 43370 w 26"/>
                <a:gd name="T29" fmla="*/ 20762 h 3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6"/>
                <a:gd name="T46" fmla="*/ 0 h 31"/>
                <a:gd name="T47" fmla="*/ 26 w 26"/>
                <a:gd name="T48" fmla="*/ 31 h 3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6" h="31">
                  <a:moveTo>
                    <a:pt x="26" y="19"/>
                  </a:moveTo>
                  <a:cubicBezTo>
                    <a:pt x="26" y="27"/>
                    <a:pt x="21" y="31"/>
                    <a:pt x="14" y="31"/>
                  </a:cubicBezTo>
                  <a:cubicBezTo>
                    <a:pt x="12" y="31"/>
                    <a:pt x="10" y="30"/>
                    <a:pt x="8" y="29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1" y="28"/>
                    <a:pt x="12" y="28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7" y="29"/>
                    <a:pt x="21" y="25"/>
                    <a:pt x="21" y="19"/>
                  </a:cubicBezTo>
                  <a:cubicBezTo>
                    <a:pt x="21" y="11"/>
                    <a:pt x="15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lnTo>
                    <a:pt x="4" y="31"/>
                  </a:lnTo>
                  <a:cubicBezTo>
                    <a:pt x="1" y="31"/>
                    <a:pt x="0" y="28"/>
                    <a:pt x="0" y="26"/>
                  </a:cubicBezTo>
                  <a:cubicBezTo>
                    <a:pt x="0" y="25"/>
                    <a:pt x="0" y="25"/>
                    <a:pt x="0" y="24"/>
                  </a:cubicBezTo>
                  <a:lnTo>
                    <a:pt x="3" y="1"/>
                  </a:lnTo>
                  <a:cubicBezTo>
                    <a:pt x="5" y="1"/>
                    <a:pt x="6" y="0"/>
                    <a:pt x="7" y="0"/>
                  </a:cubicBezTo>
                  <a:cubicBezTo>
                    <a:pt x="19" y="0"/>
                    <a:pt x="26" y="10"/>
                    <a:pt x="26" y="19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4" name="Freeform 146"/>
            <p:cNvSpPr>
              <a:spLocks/>
            </p:cNvSpPr>
            <p:nvPr/>
          </p:nvSpPr>
          <p:spPr bwMode="auto">
            <a:xfrm flipV="1">
              <a:off x="3876" y="488"/>
              <a:ext cx="36" cy="53"/>
            </a:xfrm>
            <a:custGeom>
              <a:avLst/>
              <a:gdLst>
                <a:gd name="T0" fmla="*/ 35639 w 27"/>
                <a:gd name="T1" fmla="*/ 31650 h 40"/>
                <a:gd name="T2" fmla="*/ 20047 w 27"/>
                <a:gd name="T3" fmla="*/ 45273 h 40"/>
                <a:gd name="T4" fmla="*/ 0 w 27"/>
                <a:gd name="T5" fmla="*/ 45273 h 40"/>
                <a:gd name="T6" fmla="*/ 4905 w 27"/>
                <a:gd name="T7" fmla="*/ 41936 h 40"/>
                <a:gd name="T8" fmla="*/ 11276 w 27"/>
                <a:gd name="T9" fmla="*/ 41936 h 40"/>
                <a:gd name="T10" fmla="*/ 2759 w 27"/>
                <a:gd name="T11" fmla="*/ 29117 h 40"/>
                <a:gd name="T12" fmla="*/ 2759 w 27"/>
                <a:gd name="T13" fmla="*/ 0 h 40"/>
                <a:gd name="T14" fmla="*/ 8720 w 27"/>
                <a:gd name="T15" fmla="*/ 5849 h 40"/>
                <a:gd name="T16" fmla="*/ 8720 w 27"/>
                <a:gd name="T17" fmla="*/ 31617 h 40"/>
                <a:gd name="T18" fmla="*/ 18660 w 27"/>
                <a:gd name="T19" fmla="*/ 41936 h 40"/>
                <a:gd name="T20" fmla="*/ 30476 w 27"/>
                <a:gd name="T21" fmla="*/ 31617 h 40"/>
                <a:gd name="T22" fmla="*/ 20047 w 27"/>
                <a:gd name="T23" fmla="*/ 16124 h 40"/>
                <a:gd name="T24" fmla="*/ 15035 w 27"/>
                <a:gd name="T25" fmla="*/ 11085 h 40"/>
                <a:gd name="T26" fmla="*/ 35639 w 27"/>
                <a:gd name="T27" fmla="*/ 31650 h 4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7"/>
                <a:gd name="T43" fmla="*/ 0 h 40"/>
                <a:gd name="T44" fmla="*/ 27 w 27"/>
                <a:gd name="T45" fmla="*/ 40 h 4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7" h="40">
                  <a:moveTo>
                    <a:pt x="27" y="28"/>
                  </a:moveTo>
                  <a:cubicBezTo>
                    <a:pt x="27" y="34"/>
                    <a:pt x="23" y="40"/>
                    <a:pt x="15" y="40"/>
                  </a:cubicBezTo>
                  <a:lnTo>
                    <a:pt x="0" y="40"/>
                  </a:lnTo>
                  <a:cubicBezTo>
                    <a:pt x="1" y="38"/>
                    <a:pt x="2" y="37"/>
                    <a:pt x="4" y="37"/>
                  </a:cubicBezTo>
                  <a:lnTo>
                    <a:pt x="8" y="37"/>
                  </a:lnTo>
                  <a:cubicBezTo>
                    <a:pt x="6" y="37"/>
                    <a:pt x="2" y="32"/>
                    <a:pt x="2" y="26"/>
                  </a:cubicBezTo>
                  <a:lnTo>
                    <a:pt x="2" y="0"/>
                  </a:lnTo>
                  <a:cubicBezTo>
                    <a:pt x="6" y="0"/>
                    <a:pt x="7" y="3"/>
                    <a:pt x="7" y="5"/>
                  </a:cubicBezTo>
                  <a:lnTo>
                    <a:pt x="7" y="27"/>
                  </a:lnTo>
                  <a:cubicBezTo>
                    <a:pt x="7" y="33"/>
                    <a:pt x="9" y="37"/>
                    <a:pt x="14" y="37"/>
                  </a:cubicBezTo>
                  <a:cubicBezTo>
                    <a:pt x="20" y="37"/>
                    <a:pt x="23" y="32"/>
                    <a:pt x="23" y="27"/>
                  </a:cubicBezTo>
                  <a:cubicBezTo>
                    <a:pt x="23" y="20"/>
                    <a:pt x="19" y="16"/>
                    <a:pt x="15" y="14"/>
                  </a:cubicBezTo>
                  <a:cubicBezTo>
                    <a:pt x="12" y="13"/>
                    <a:pt x="12" y="12"/>
                    <a:pt x="11" y="10"/>
                  </a:cubicBezTo>
                  <a:cubicBezTo>
                    <a:pt x="18" y="11"/>
                    <a:pt x="27" y="17"/>
                    <a:pt x="27" y="28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5" name="Freeform 147"/>
            <p:cNvSpPr>
              <a:spLocks/>
            </p:cNvSpPr>
            <p:nvPr/>
          </p:nvSpPr>
          <p:spPr bwMode="auto">
            <a:xfrm flipV="1">
              <a:off x="3922" y="478"/>
              <a:ext cx="28" cy="51"/>
            </a:xfrm>
            <a:custGeom>
              <a:avLst/>
              <a:gdLst>
                <a:gd name="T0" fmla="*/ 27561 w 21"/>
                <a:gd name="T1" fmla="*/ 18105 h 39"/>
                <a:gd name="T2" fmla="*/ 17143 w 21"/>
                <a:gd name="T3" fmla="*/ 26147 h 39"/>
                <a:gd name="T4" fmla="*/ 4905 w 21"/>
                <a:gd name="T5" fmla="*/ 26147 h 39"/>
                <a:gd name="T6" fmla="*/ 4905 w 21"/>
                <a:gd name="T7" fmla="*/ 32016 h 39"/>
                <a:gd name="T8" fmla="*/ 0 w 21"/>
                <a:gd name="T9" fmla="*/ 27649 h 39"/>
                <a:gd name="T10" fmla="*/ 0 w 21"/>
                <a:gd name="T11" fmla="*/ 22894 h 39"/>
                <a:gd name="T12" fmla="*/ 15035 w 21"/>
                <a:gd name="T13" fmla="*/ 22894 h 39"/>
                <a:gd name="T14" fmla="*/ 22857 w 21"/>
                <a:gd name="T15" fmla="*/ 16678 h 39"/>
                <a:gd name="T16" fmla="*/ 8720 w 21"/>
                <a:gd name="T17" fmla="*/ 3335 h 39"/>
                <a:gd name="T18" fmla="*/ 3679 w 21"/>
                <a:gd name="T19" fmla="*/ 0 h 39"/>
                <a:gd name="T20" fmla="*/ 27561 w 21"/>
                <a:gd name="T21" fmla="*/ 18105 h 3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"/>
                <a:gd name="T34" fmla="*/ 0 h 39"/>
                <a:gd name="T35" fmla="*/ 21 w 21"/>
                <a:gd name="T36" fmla="*/ 39 h 3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" h="39">
                  <a:moveTo>
                    <a:pt x="21" y="22"/>
                  </a:moveTo>
                  <a:cubicBezTo>
                    <a:pt x="21" y="27"/>
                    <a:pt x="18" y="31"/>
                    <a:pt x="13" y="31"/>
                  </a:cubicBezTo>
                  <a:lnTo>
                    <a:pt x="4" y="31"/>
                  </a:lnTo>
                  <a:lnTo>
                    <a:pt x="4" y="39"/>
                  </a:lnTo>
                  <a:cubicBezTo>
                    <a:pt x="2" y="39"/>
                    <a:pt x="0" y="38"/>
                    <a:pt x="0" y="34"/>
                  </a:cubicBezTo>
                  <a:lnTo>
                    <a:pt x="0" y="28"/>
                  </a:lnTo>
                  <a:lnTo>
                    <a:pt x="11" y="28"/>
                  </a:lnTo>
                  <a:cubicBezTo>
                    <a:pt x="13" y="28"/>
                    <a:pt x="17" y="27"/>
                    <a:pt x="17" y="21"/>
                  </a:cubicBezTo>
                  <a:cubicBezTo>
                    <a:pt x="17" y="12"/>
                    <a:pt x="11" y="6"/>
                    <a:pt x="7" y="4"/>
                  </a:cubicBezTo>
                  <a:cubicBezTo>
                    <a:pt x="5" y="3"/>
                    <a:pt x="3" y="2"/>
                    <a:pt x="3" y="0"/>
                  </a:cubicBezTo>
                  <a:cubicBezTo>
                    <a:pt x="10" y="1"/>
                    <a:pt x="21" y="9"/>
                    <a:pt x="21" y="2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6" name="Freeform 148"/>
            <p:cNvSpPr>
              <a:spLocks/>
            </p:cNvSpPr>
            <p:nvPr/>
          </p:nvSpPr>
          <p:spPr bwMode="auto">
            <a:xfrm flipV="1">
              <a:off x="3960" y="488"/>
              <a:ext cx="32" cy="41"/>
            </a:xfrm>
            <a:custGeom>
              <a:avLst/>
              <a:gdLst>
                <a:gd name="T0" fmla="*/ 31956 w 24"/>
                <a:gd name="T1" fmla="*/ 2475 h 31"/>
                <a:gd name="T2" fmla="*/ 30476 w 24"/>
                <a:gd name="T3" fmla="*/ 6914 h 31"/>
                <a:gd name="T4" fmla="*/ 22857 w 24"/>
                <a:gd name="T5" fmla="*/ 13246 h 31"/>
                <a:gd name="T6" fmla="*/ 30476 w 24"/>
                <a:gd name="T7" fmla="*/ 23350 h 31"/>
                <a:gd name="T8" fmla="*/ 30476 w 24"/>
                <a:gd name="T9" fmla="*/ 33320 h 31"/>
                <a:gd name="T10" fmla="*/ 24880 w 24"/>
                <a:gd name="T11" fmla="*/ 27979 h 31"/>
                <a:gd name="T12" fmla="*/ 24880 w 24"/>
                <a:gd name="T13" fmla="*/ 21155 h 31"/>
                <a:gd name="T14" fmla="*/ 20671 w 24"/>
                <a:gd name="T15" fmla="*/ 15698 h 31"/>
                <a:gd name="T16" fmla="*/ 1 w 24"/>
                <a:gd name="T17" fmla="*/ 33320 h 31"/>
                <a:gd name="T18" fmla="*/ 0 w 24"/>
                <a:gd name="T19" fmla="*/ 30882 h 31"/>
                <a:gd name="T20" fmla="*/ 1 w 24"/>
                <a:gd name="T21" fmla="*/ 27979 h 31"/>
                <a:gd name="T22" fmla="*/ 8457 w 24"/>
                <a:gd name="T23" fmla="*/ 21155 h 31"/>
                <a:gd name="T24" fmla="*/ 0 w 24"/>
                <a:gd name="T25" fmla="*/ 10093 h 31"/>
                <a:gd name="T26" fmla="*/ 0 w 24"/>
                <a:gd name="T27" fmla="*/ 0 h 31"/>
                <a:gd name="T28" fmla="*/ 4905 w 24"/>
                <a:gd name="T29" fmla="*/ 5725 h 31"/>
                <a:gd name="T30" fmla="*/ 4905 w 24"/>
                <a:gd name="T31" fmla="*/ 12094 h 31"/>
                <a:gd name="T32" fmla="*/ 11276 w 24"/>
                <a:gd name="T33" fmla="*/ 19881 h 31"/>
                <a:gd name="T34" fmla="*/ 30476 w 24"/>
                <a:gd name="T35" fmla="*/ 0 h 31"/>
                <a:gd name="T36" fmla="*/ 31956 w 24"/>
                <a:gd name="T37" fmla="*/ 2475 h 3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4"/>
                <a:gd name="T58" fmla="*/ 0 h 31"/>
                <a:gd name="T59" fmla="*/ 24 w 24"/>
                <a:gd name="T60" fmla="*/ 31 h 31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4" h="31">
                  <a:moveTo>
                    <a:pt x="24" y="2"/>
                  </a:moveTo>
                  <a:cubicBezTo>
                    <a:pt x="24" y="4"/>
                    <a:pt x="23" y="5"/>
                    <a:pt x="23" y="6"/>
                  </a:cubicBezTo>
                  <a:lnTo>
                    <a:pt x="17" y="12"/>
                  </a:lnTo>
                  <a:cubicBezTo>
                    <a:pt x="20" y="14"/>
                    <a:pt x="23" y="18"/>
                    <a:pt x="23" y="22"/>
                  </a:cubicBezTo>
                  <a:lnTo>
                    <a:pt x="23" y="31"/>
                  </a:lnTo>
                  <a:cubicBezTo>
                    <a:pt x="21" y="31"/>
                    <a:pt x="19" y="30"/>
                    <a:pt x="19" y="26"/>
                  </a:cubicBezTo>
                  <a:lnTo>
                    <a:pt x="19" y="20"/>
                  </a:lnTo>
                  <a:cubicBezTo>
                    <a:pt x="19" y="16"/>
                    <a:pt x="17" y="15"/>
                    <a:pt x="16" y="14"/>
                  </a:cubicBezTo>
                  <a:lnTo>
                    <a:pt x="1" y="31"/>
                  </a:lnTo>
                  <a:cubicBezTo>
                    <a:pt x="0" y="31"/>
                    <a:pt x="0" y="30"/>
                    <a:pt x="0" y="29"/>
                  </a:cubicBezTo>
                  <a:cubicBezTo>
                    <a:pt x="0" y="28"/>
                    <a:pt x="0" y="27"/>
                    <a:pt x="1" y="26"/>
                  </a:cubicBezTo>
                  <a:lnTo>
                    <a:pt x="6" y="20"/>
                  </a:lnTo>
                  <a:cubicBezTo>
                    <a:pt x="3" y="19"/>
                    <a:pt x="0" y="14"/>
                    <a:pt x="0" y="10"/>
                  </a:cubicBezTo>
                  <a:lnTo>
                    <a:pt x="0" y="0"/>
                  </a:lnTo>
                  <a:cubicBezTo>
                    <a:pt x="2" y="0"/>
                    <a:pt x="4" y="2"/>
                    <a:pt x="4" y="5"/>
                  </a:cubicBezTo>
                  <a:lnTo>
                    <a:pt x="4" y="11"/>
                  </a:lnTo>
                  <a:cubicBezTo>
                    <a:pt x="4" y="15"/>
                    <a:pt x="5" y="18"/>
                    <a:pt x="8" y="18"/>
                  </a:cubicBezTo>
                  <a:lnTo>
                    <a:pt x="23" y="0"/>
                  </a:lnTo>
                  <a:cubicBezTo>
                    <a:pt x="23" y="1"/>
                    <a:pt x="24" y="2"/>
                    <a:pt x="24" y="2"/>
                  </a:cubicBezTo>
                  <a:close/>
                </a:path>
              </a:pathLst>
            </a:custGeom>
            <a:solidFill>
              <a:srgbClr val="000000"/>
            </a:solidFill>
            <a:ln w="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7" name="Rectangle 149"/>
            <p:cNvSpPr>
              <a:spLocks noChangeArrowheads="1"/>
            </p:cNvSpPr>
            <p:nvPr/>
          </p:nvSpPr>
          <p:spPr bwMode="auto">
            <a:xfrm>
              <a:off x="4259" y="483"/>
              <a:ext cx="39" cy="3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8" name="Rectangle 150"/>
            <p:cNvSpPr>
              <a:spLocks noChangeArrowheads="1"/>
            </p:cNvSpPr>
            <p:nvPr/>
          </p:nvSpPr>
          <p:spPr bwMode="auto">
            <a:xfrm>
              <a:off x="4201" y="484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49" name="Rectangle 151"/>
            <p:cNvSpPr>
              <a:spLocks noChangeArrowheads="1"/>
            </p:cNvSpPr>
            <p:nvPr/>
          </p:nvSpPr>
          <p:spPr bwMode="auto">
            <a:xfrm>
              <a:off x="4144" y="486"/>
              <a:ext cx="33" cy="34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0" name="Rectangle 152"/>
            <p:cNvSpPr>
              <a:spLocks noChangeArrowheads="1"/>
            </p:cNvSpPr>
            <p:nvPr/>
          </p:nvSpPr>
          <p:spPr bwMode="auto">
            <a:xfrm>
              <a:off x="4085" y="487"/>
              <a:ext cx="32" cy="32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1" name="Rectangle 153"/>
            <p:cNvSpPr>
              <a:spLocks noChangeArrowheads="1"/>
            </p:cNvSpPr>
            <p:nvPr/>
          </p:nvSpPr>
          <p:spPr bwMode="auto">
            <a:xfrm>
              <a:off x="4028" y="488"/>
              <a:ext cx="28" cy="2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2" name="Rectangle 154"/>
            <p:cNvSpPr>
              <a:spLocks noChangeArrowheads="1"/>
            </p:cNvSpPr>
            <p:nvPr/>
          </p:nvSpPr>
          <p:spPr bwMode="auto">
            <a:xfrm>
              <a:off x="4259" y="580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3" name="Rectangle 155"/>
            <p:cNvSpPr>
              <a:spLocks noChangeArrowheads="1"/>
            </p:cNvSpPr>
            <p:nvPr/>
          </p:nvSpPr>
          <p:spPr bwMode="auto">
            <a:xfrm>
              <a:off x="4201" y="581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4" name="Rectangle 156"/>
            <p:cNvSpPr>
              <a:spLocks noChangeArrowheads="1"/>
            </p:cNvSpPr>
            <p:nvPr/>
          </p:nvSpPr>
          <p:spPr bwMode="auto">
            <a:xfrm>
              <a:off x="4144" y="583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5" name="Rectangle 157"/>
            <p:cNvSpPr>
              <a:spLocks noChangeArrowheads="1"/>
            </p:cNvSpPr>
            <p:nvPr/>
          </p:nvSpPr>
          <p:spPr bwMode="auto">
            <a:xfrm>
              <a:off x="4085" y="584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6" name="Rectangle 158"/>
            <p:cNvSpPr>
              <a:spLocks noChangeArrowheads="1"/>
            </p:cNvSpPr>
            <p:nvPr/>
          </p:nvSpPr>
          <p:spPr bwMode="auto">
            <a:xfrm>
              <a:off x="4028" y="585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7" name="Rectangle 159"/>
            <p:cNvSpPr>
              <a:spLocks noChangeArrowheads="1"/>
            </p:cNvSpPr>
            <p:nvPr/>
          </p:nvSpPr>
          <p:spPr bwMode="auto">
            <a:xfrm>
              <a:off x="4259" y="677"/>
              <a:ext cx="39" cy="39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8" name="Rectangle 160"/>
            <p:cNvSpPr>
              <a:spLocks noChangeArrowheads="1"/>
            </p:cNvSpPr>
            <p:nvPr/>
          </p:nvSpPr>
          <p:spPr bwMode="auto">
            <a:xfrm>
              <a:off x="4201" y="679"/>
              <a:ext cx="37" cy="36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59" name="Rectangle 161"/>
            <p:cNvSpPr>
              <a:spLocks noChangeArrowheads="1"/>
            </p:cNvSpPr>
            <p:nvPr/>
          </p:nvSpPr>
          <p:spPr bwMode="auto">
            <a:xfrm>
              <a:off x="4144" y="680"/>
              <a:ext cx="33" cy="33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60" name="Rectangle 162"/>
            <p:cNvSpPr>
              <a:spLocks noChangeArrowheads="1"/>
            </p:cNvSpPr>
            <p:nvPr/>
          </p:nvSpPr>
          <p:spPr bwMode="auto">
            <a:xfrm>
              <a:off x="4085" y="681"/>
              <a:ext cx="32" cy="31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  <p:sp>
          <p:nvSpPr>
            <p:cNvPr id="61" name="Rectangle 163"/>
            <p:cNvSpPr>
              <a:spLocks noChangeArrowheads="1"/>
            </p:cNvSpPr>
            <p:nvPr/>
          </p:nvSpPr>
          <p:spPr bwMode="auto">
            <a:xfrm>
              <a:off x="4028" y="683"/>
              <a:ext cx="28" cy="28"/>
            </a:xfrm>
            <a:prstGeom prst="rect">
              <a:avLst/>
            </a:prstGeom>
            <a:solidFill>
              <a:srgbClr val="0038F0"/>
            </a:solidFill>
            <a:ln w="0" cap="rnd">
              <a:solidFill>
                <a:srgbClr val="0038F0"/>
              </a:solidFill>
              <a:round/>
              <a:headEnd/>
              <a:tailEnd/>
            </a:ln>
          </p:spPr>
          <p:txBody>
            <a:bodyPr/>
            <a:lstStyle/>
            <a:p>
              <a:endParaRPr lang="he-IL" sz="1800"/>
            </a:p>
          </p:txBody>
        </p:sp>
      </p:grpSp>
      <p:pic>
        <p:nvPicPr>
          <p:cNvPr id="62" name="Picture 58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968" y="112199"/>
            <a:ext cx="7620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3106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1981200"/>
            <a:ext cx="8536624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1" y="4487334"/>
            <a:ext cx="8536623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40465C-8A53-4911-9A00-2C946368ECA6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52938-1B01-4537-A25E-FAEE73EDB538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6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4495800"/>
            <a:ext cx="8739823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711201" y="533401"/>
            <a:ext cx="5266623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6216483" y="533400"/>
            <a:ext cx="5264317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27EFFE-027F-4D77-9407-5C6CEFFE4258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B1ADD0-A997-41D7-9664-6AC9018CBCD5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3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4495800"/>
            <a:ext cx="8739823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2" y="533400"/>
            <a:ext cx="4955821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199" y="1143001"/>
            <a:ext cx="5260623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3355" y="566738"/>
            <a:ext cx="501873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483" y="1143000"/>
            <a:ext cx="5275607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134BD6-B894-4FB8-86FC-1A951B8385A0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1BA823-ABCA-407C-B228-501524F0E55B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53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4495800"/>
            <a:ext cx="8739823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D78BF0-5E00-46C6-A6C6-19ED10E2FF4F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72AF5F-50CD-45ED-AD4F-AF7A4E8579BD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8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55A330-699D-40BA-8A68-E3DD98EB0970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06AC3E-00B4-4463-BC65-A60E1D24C7A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1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889" y="533400"/>
            <a:ext cx="42672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199" y="533400"/>
            <a:ext cx="5918340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4889" y="2209803"/>
            <a:ext cx="42672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2E14B6-5471-4254-99F9-E0D38C4C60B0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BC94C3-7C82-485D-8E8B-5AC63A00891C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2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4400" y="1447800"/>
            <a:ext cx="4751011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1016000" y="914400"/>
            <a:ext cx="4374632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94704" y="2743200"/>
            <a:ext cx="4752297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3DB0A9-33D3-4C81-9BE9-D7EF95D9346E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11200" y="6172201"/>
            <a:ext cx="7748965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1EB3CF-63D4-4437-9550-501DC0BD9EE9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4495800"/>
            <a:ext cx="8739823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11200" y="533400"/>
            <a:ext cx="107696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1016003" y="3843867"/>
            <a:ext cx="9708443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2143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533400"/>
            <a:ext cx="107696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0" y="4114800"/>
            <a:ext cx="8511403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993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11" y="533400"/>
            <a:ext cx="9146383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22401" y="3429000"/>
            <a:ext cx="8536623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1" y="4301070"/>
            <a:ext cx="8509815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04801" y="710624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1601" y="2768601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958979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3429000"/>
            <a:ext cx="8509815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0" y="5132981"/>
            <a:ext cx="8511403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5943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12" y="533400"/>
            <a:ext cx="9146381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1201" y="3886200"/>
            <a:ext cx="8509815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0" y="4953000"/>
            <a:ext cx="8509813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04801" y="710624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1601" y="2768601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391955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533400"/>
            <a:ext cx="10034211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1201" y="3928534"/>
            <a:ext cx="8509815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0" y="4766736"/>
            <a:ext cx="8509813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1316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4495800"/>
            <a:ext cx="8739823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1" y="533401"/>
            <a:ext cx="8739823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9CE4AC-2C71-4594-BD9A-B49FB726B1B4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AFAC80-1EB7-4463-8FF1-984DC6CD2F3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13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5208" y="533400"/>
            <a:ext cx="2725592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0" y="533400"/>
            <a:ext cx="7800016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4F35FD-C650-4FEB-A68C-CA3BC700C471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B98B99-E041-49CA-9DE2-42DD07B3FB2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34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9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8894234" y="3894668"/>
            <a:ext cx="3293941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201" y="4495800"/>
            <a:ext cx="8739823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1" y="533401"/>
            <a:ext cx="8739823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6994" y="6172204"/>
            <a:ext cx="160061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1EA2C57-01E3-4023-854C-DB81EF5E7664}" type="datetime8">
              <a:rPr lang="he-IL" smtClean="0"/>
              <a:pPr>
                <a:defRPr/>
              </a:pPr>
              <a:t>23 פברואר 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172201"/>
            <a:ext cx="7748965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5902" y="5578479"/>
            <a:ext cx="1142543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59BB9E23-74F4-4D50-984E-1E5F08A89036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908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188640"/>
            <a:ext cx="5917546" cy="932752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3333CC"/>
                </a:solidFill>
              </a:rPr>
              <a:t>HIT EDGE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fontAlgn="base">
              <a:spcBef>
                <a:spcPct val="0"/>
              </a:spcBef>
              <a:spcAft>
                <a:spcPct val="0"/>
              </a:spcAft>
              <a:defRPr/>
            </a:pPr>
            <a:fld id="{EF8E0D89-97D4-42DA-9634-9921BB587AD0}" type="slidenum">
              <a:rPr lang="he-IL">
                <a:solidFill>
                  <a:srgbClr val="146194">
                    <a:lumMod val="50000"/>
                  </a:srgbClr>
                </a:solidFill>
                <a:latin typeface="Century Gothic" panose="020B0502020202020204"/>
                <a:cs typeface="Arial" charset="0"/>
              </a:rPr>
              <a:pPr rtl="1"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dirty="0">
              <a:solidFill>
                <a:srgbClr val="146194">
                  <a:lumMod val="50000"/>
                </a:srgbClr>
              </a:solidFill>
              <a:latin typeface="Century Gothic" panose="020B0502020202020204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3105C-0B14-4586-AB58-727D16291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354" y="1121392"/>
            <a:ext cx="3863588" cy="2897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376C60-EFD7-6535-2530-7354FDEB1484}"/>
              </a:ext>
            </a:extLst>
          </p:cNvPr>
          <p:cNvSpPr txBox="1"/>
          <p:nvPr/>
        </p:nvSpPr>
        <p:spPr>
          <a:xfrm>
            <a:off x="2711624" y="4486940"/>
            <a:ext cx="591754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Hit Edge </a:t>
            </a:r>
          </a:p>
          <a:p>
            <a:r>
              <a:rPr lang="en-US" dirty="0">
                <a:solidFill>
                  <a:srgbClr val="000000"/>
                </a:solidFill>
              </a:rPr>
              <a:t>State Machine </a:t>
            </a:r>
            <a:endParaRPr lang="he-IL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078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3105C-0B14-4586-AB58-727D16291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796" y="2125133"/>
            <a:ext cx="6106103" cy="4049816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CA9323-0DFE-4193-B2DF-BF4E9C297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9709"/>
              </p:ext>
            </p:extLst>
          </p:nvPr>
        </p:nvGraphicFramePr>
        <p:xfrm>
          <a:off x="2393796" y="2125133"/>
          <a:ext cx="6106104" cy="4076989"/>
        </p:xfrm>
        <a:graphic>
          <a:graphicData uri="http://schemas.openxmlformats.org/drawingml/2006/table">
            <a:tbl>
              <a:tblPr bandRow="1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763263">
                  <a:extLst>
                    <a:ext uri="{9D8B030D-6E8A-4147-A177-3AD203B41FA5}">
                      <a16:colId xmlns:a16="http://schemas.microsoft.com/office/drawing/2014/main" val="535304727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489373814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2402207777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2958546922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2762079639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1772545240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750779702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3677669528"/>
                    </a:ext>
                  </a:extLst>
                </a:gridCol>
              </a:tblGrid>
              <a:tr h="506227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430467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334383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04633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34245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591217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325113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65108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42255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E5C8AD-DF8D-42ED-BB22-6E6FEB57A41B}"/>
                  </a:ext>
                </a:extLst>
              </p:cNvPr>
              <p:cNvSpPr txBox="1"/>
              <p:nvPr/>
            </p:nvSpPr>
            <p:spPr>
              <a:xfrm>
                <a:off x="1302589" y="93106"/>
                <a:ext cx="8130311" cy="1760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r" rtl="1">
                  <a:buFontTx/>
                  <a:buChar char="-"/>
                </a:pPr>
                <a:r>
                  <a:rPr lang="he-IL" dirty="0">
                    <a:solidFill>
                      <a:schemeClr val="bg1"/>
                    </a:solidFill>
                  </a:rPr>
                  <a:t>סמיילי בנוי מ   </a:t>
                </a:r>
                <a:r>
                  <a:rPr lang="en-US" dirty="0">
                    <a:solidFill>
                      <a:schemeClr val="bg1"/>
                    </a:solidFill>
                  </a:rPr>
                  <a:t>64X32</a:t>
                </a:r>
                <a:r>
                  <a:rPr lang="he-IL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he-I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) </a:t>
                </a:r>
                <a:r>
                  <a:rPr lang="he-IL" dirty="0">
                    <a:solidFill>
                      <a:schemeClr val="bg1"/>
                    </a:solidFill>
                  </a:rPr>
                  <a:t>פיקסלים</a:t>
                </a:r>
              </a:p>
              <a:p>
                <a:pPr marL="285750" indent="-285750" algn="r" rtl="1">
                  <a:buFontTx/>
                  <a:buChar char="-"/>
                </a:pPr>
                <a:r>
                  <a:rPr lang="he-IL" dirty="0">
                    <a:solidFill>
                      <a:schemeClr val="bg1"/>
                    </a:solidFill>
                  </a:rPr>
                  <a:t>נחלק את הסמיילי ל 8</a:t>
                </a:r>
                <a:r>
                  <a:rPr lang="en-US" dirty="0">
                    <a:solidFill>
                      <a:schemeClr val="bg1"/>
                    </a:solidFill>
                  </a:rPr>
                  <a:t>X</a:t>
                </a:r>
                <a:r>
                  <a:rPr lang="he-IL" dirty="0">
                    <a:solidFill>
                      <a:schemeClr val="bg1"/>
                    </a:solidFill>
                  </a:rPr>
                  <a:t>8 </a:t>
                </a:r>
                <a:r>
                  <a:rPr lang="en-US" dirty="0">
                    <a:solidFill>
                      <a:schemeClr val="bg1"/>
                    </a:solidFill>
                  </a:rPr>
                  <a:t> 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he-I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)</a:t>
                </a:r>
                <a:r>
                  <a:rPr lang="he-IL" dirty="0">
                    <a:solidFill>
                      <a:schemeClr val="bg1"/>
                    </a:solidFill>
                  </a:rPr>
                  <a:t> מרצפות</a:t>
                </a:r>
              </a:p>
              <a:p>
                <a:pPr marL="285750" indent="-285750" algn="r" rtl="1">
                  <a:buFontTx/>
                  <a:buChar char="-"/>
                </a:pPr>
                <a:r>
                  <a:rPr lang="he-IL" dirty="0">
                    <a:solidFill>
                      <a:schemeClr val="bg1"/>
                    </a:solidFill>
                  </a:rPr>
                  <a:t>כל מרצפת בנויה </a:t>
                </a:r>
                <a:r>
                  <a:rPr lang="en-US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he-IL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)  8X4  </a:t>
                </a:r>
                <a:r>
                  <a:rPr lang="he-IL" dirty="0">
                    <a:solidFill>
                      <a:schemeClr val="bg1"/>
                    </a:solidFill>
                  </a:rPr>
                  <a:t>פיקסלים</a:t>
                </a:r>
              </a:p>
              <a:p>
                <a:pPr marL="285750" indent="-285750" algn="r" rtl="1">
                  <a:buFontTx/>
                  <a:buChar char="-"/>
                </a:pPr>
                <a:r>
                  <a:rPr lang="he-IL" dirty="0">
                    <a:solidFill>
                      <a:schemeClr val="bg1"/>
                    </a:solidFill>
                  </a:rPr>
                  <a:t>נסמן את צדדי הסמיילי בווקטור</a:t>
                </a:r>
                <a:r>
                  <a:rPr lang="en-US" dirty="0">
                    <a:solidFill>
                      <a:schemeClr val="bg1"/>
                    </a:solidFill>
                  </a:rPr>
                  <a:t>) </a:t>
                </a:r>
                <a:r>
                  <a:rPr lang="en-US" b="1" u="sng" dirty="0">
                    <a:solidFill>
                      <a:schemeClr val="bg1"/>
                    </a:solidFill>
                    <a:highlight>
                      <a:srgbClr val="FFFF00"/>
                    </a:highlight>
                  </a:rPr>
                  <a:t>hit color </a:t>
                </a:r>
                <a:r>
                  <a:rPr lang="he-IL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(Left –L, Top-T , Right-R , Bottom-B</a:t>
                </a:r>
              </a:p>
              <a:p>
                <a:pPr marL="285750" indent="-285750" algn="r" rtl="1">
                  <a:buFontTx/>
                  <a:buChar char="-"/>
                </a:pPr>
                <a:r>
                  <a:rPr lang="he-IL" dirty="0">
                    <a:solidFill>
                      <a:schemeClr val="bg1"/>
                    </a:solidFill>
                  </a:rPr>
                  <a:t>כל מרצפת תיוצג באמצעות ארבעה ביטים, במידה וגובלת עם אחד הצדדים יקבל '1' ואם לא אז '0' 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E5C8AD-DF8D-42ED-BB22-6E6FEB57A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589" y="93106"/>
                <a:ext cx="8130311" cy="1760482"/>
              </a:xfrm>
              <a:prstGeom prst="rect">
                <a:avLst/>
              </a:prstGeom>
              <a:blipFill>
                <a:blip r:embed="rId4"/>
                <a:stretch>
                  <a:fillRect t="-2076" r="-675" b="-449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CC4BAA9-79B8-4496-852D-E7EB07104A12}"/>
              </a:ext>
            </a:extLst>
          </p:cNvPr>
          <p:cNvSpPr txBox="1"/>
          <p:nvPr/>
        </p:nvSpPr>
        <p:spPr>
          <a:xfrm>
            <a:off x="1769533" y="3784600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F6349-809E-4AE1-9050-539616C37CD5}"/>
              </a:ext>
            </a:extLst>
          </p:cNvPr>
          <p:cNvSpPr txBox="1"/>
          <p:nvPr/>
        </p:nvSpPr>
        <p:spPr>
          <a:xfrm>
            <a:off x="5407930" y="1542578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97267-F52D-406B-A8CF-ACA0832876F7}"/>
              </a:ext>
            </a:extLst>
          </p:cNvPr>
          <p:cNvSpPr txBox="1"/>
          <p:nvPr/>
        </p:nvSpPr>
        <p:spPr>
          <a:xfrm>
            <a:off x="8907966" y="3784600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83B9C-48E1-452B-8A41-C7C250F04F29}"/>
              </a:ext>
            </a:extLst>
          </p:cNvPr>
          <p:cNvSpPr txBox="1"/>
          <p:nvPr/>
        </p:nvSpPr>
        <p:spPr>
          <a:xfrm>
            <a:off x="5184380" y="6213681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DC97C-7565-4ABD-836B-CD5ADAA3FD58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46E9A1-5F25-4279-B262-00BE5C4E6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5564" y="3274941"/>
            <a:ext cx="1400370" cy="101931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CF88156-76ED-44D5-B732-164FB5B777BA}"/>
              </a:ext>
            </a:extLst>
          </p:cNvPr>
          <p:cNvSpPr/>
          <p:nvPr/>
        </p:nvSpPr>
        <p:spPr>
          <a:xfrm>
            <a:off x="2711624" y="1771228"/>
            <a:ext cx="5712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        4          4          4         4          4           4         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49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3105C-0B14-4586-AB58-727D16291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796" y="2125133"/>
            <a:ext cx="6106103" cy="4049816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CA9323-0DFE-4193-B2DF-BF4E9C297A7A}"/>
              </a:ext>
            </a:extLst>
          </p:cNvPr>
          <p:cNvGraphicFramePr>
            <a:graphicFrameLocks noGrp="1"/>
          </p:cNvGraphicFramePr>
          <p:nvPr/>
        </p:nvGraphicFramePr>
        <p:xfrm>
          <a:off x="2393796" y="2125133"/>
          <a:ext cx="6106104" cy="4076989"/>
        </p:xfrm>
        <a:graphic>
          <a:graphicData uri="http://schemas.openxmlformats.org/drawingml/2006/table">
            <a:tbl>
              <a:tblPr bandRow="1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763263">
                  <a:extLst>
                    <a:ext uri="{9D8B030D-6E8A-4147-A177-3AD203B41FA5}">
                      <a16:colId xmlns:a16="http://schemas.microsoft.com/office/drawing/2014/main" val="535304727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489373814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2402207777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2958546922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2762079639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1772545240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750779702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3677669528"/>
                    </a:ext>
                  </a:extLst>
                </a:gridCol>
              </a:tblGrid>
              <a:tr h="506227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430467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334383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04633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34245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591217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325113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65108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4225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E5C8AD-DF8D-42ED-BB22-6E6FEB57A41B}"/>
              </a:ext>
            </a:extLst>
          </p:cNvPr>
          <p:cNvSpPr txBox="1"/>
          <p:nvPr/>
        </p:nvSpPr>
        <p:spPr>
          <a:xfrm>
            <a:off x="1552756" y="93106"/>
            <a:ext cx="7371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נבדוק בכל פיקסל לפי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offsetY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ו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offsetX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מהו ה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HITEDGE CODE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lvl="0" algn="r" rtl="1"/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לדוגמה אם אנחנו בתוך מלבן התמונה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וה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offset 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(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H,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5)  (  0101 </a:t>
            </a:r>
            <a:r>
              <a:rPr lang="he-IL" dirty="0">
                <a:solidFill>
                  <a:prstClr val="black"/>
                </a:solidFill>
                <a:latin typeface="Century Gothic" panose="020B0502020202020204"/>
              </a:rPr>
              <a:t>,0101</a:t>
            </a:r>
            <a:r>
              <a:rPr lang="en-US" dirty="0">
                <a:solidFill>
                  <a:prstClr val="black"/>
                </a:solidFill>
                <a:latin typeface="Century Gothic" panose="020B0502020202020204"/>
              </a:rPr>
              <a:t> ( </a:t>
            </a:r>
            <a:r>
              <a:rPr lang="he-IL" dirty="0">
                <a:solidFill>
                  <a:prstClr val="black"/>
                </a:solidFill>
                <a:latin typeface="Century Gothic" panose="020B0502020202020204"/>
              </a:rPr>
              <a:t>     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lvl="0" algn="r" rtl="1"/>
            <a:r>
              <a:rPr lang="he-IL" dirty="0">
                <a:solidFill>
                  <a:prstClr val="black"/>
                </a:solidFill>
                <a:latin typeface="Century Gothic" panose="020B0502020202020204"/>
              </a:rPr>
              <a:t>  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אזי מדובר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lang="he-IL" dirty="0">
                <a:solidFill>
                  <a:prstClr val="black"/>
                </a:solidFill>
              </a:rPr>
              <a:t>(</a:t>
            </a:r>
            <a:r>
              <a:rPr lang="en-US" dirty="0">
                <a:solidFill>
                  <a:prstClr val="black"/>
                </a:solidFill>
              </a:rPr>
              <a:t>&lt;&lt;2 </a:t>
            </a:r>
            <a:r>
              <a:rPr lang="he-IL" dirty="0">
                <a:solidFill>
                  <a:prstClr val="black"/>
                </a:solidFill>
              </a:rPr>
              <a:t>0101 ,</a:t>
            </a:r>
            <a:r>
              <a:rPr lang="en-US" dirty="0">
                <a:solidFill>
                  <a:prstClr val="black"/>
                </a:solidFill>
              </a:rPr>
              <a:t>&lt;&lt;3</a:t>
            </a:r>
            <a:r>
              <a:rPr lang="he-IL" dirty="0">
                <a:solidFill>
                  <a:prstClr val="black"/>
                </a:solidFill>
              </a:rPr>
              <a:t>0101</a:t>
            </a:r>
            <a:r>
              <a:rPr lang="en-US" dirty="0">
                <a:solidFill>
                  <a:prstClr val="black"/>
                </a:solidFill>
              </a:rPr>
              <a:t> ( </a:t>
            </a:r>
            <a:r>
              <a:rPr lang="he-IL" dirty="0">
                <a:solidFill>
                  <a:prstClr val="black"/>
                </a:solidFill>
              </a:rPr>
              <a:t> --&gt;  במרצפת </a:t>
            </a:r>
            <a:r>
              <a:rPr lang="en-US" dirty="0">
                <a:solidFill>
                  <a:prstClr val="black"/>
                </a:solidFill>
              </a:rPr>
              <a:t>) </a:t>
            </a:r>
            <a:r>
              <a:rPr lang="he-IL" dirty="0">
                <a:solidFill>
                  <a:prstClr val="black"/>
                </a:solidFill>
              </a:rPr>
              <a:t>0,1) </a:t>
            </a:r>
            <a:r>
              <a:rPr lang="he-IL" dirty="0">
                <a:solidFill>
                  <a:srgbClr val="C00000"/>
                </a:solidFill>
              </a:rPr>
              <a:t>מוקפת באדום </a:t>
            </a:r>
          </a:p>
          <a:p>
            <a:pPr lvl="0" algn="r" rtl="1"/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וה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HIT EDGE CODE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הוא </a:t>
            </a:r>
            <a:r>
              <a:rPr lang="en-US" dirty="0">
                <a:solidFill>
                  <a:prstClr val="black"/>
                </a:solidFill>
                <a:latin typeface="Century Gothic" panose="020B0502020202020204"/>
              </a:rPr>
              <a:t>8H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C4BAA9-79B8-4496-852D-E7EB07104A12}"/>
              </a:ext>
            </a:extLst>
          </p:cNvPr>
          <p:cNvSpPr txBox="1"/>
          <p:nvPr/>
        </p:nvSpPr>
        <p:spPr>
          <a:xfrm>
            <a:off x="1769533" y="3784600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F6349-809E-4AE1-9050-539616C37CD5}"/>
              </a:ext>
            </a:extLst>
          </p:cNvPr>
          <p:cNvSpPr txBox="1"/>
          <p:nvPr/>
        </p:nvSpPr>
        <p:spPr>
          <a:xfrm>
            <a:off x="5407930" y="1542578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97267-F52D-406B-A8CF-ACA0832876F7}"/>
              </a:ext>
            </a:extLst>
          </p:cNvPr>
          <p:cNvSpPr txBox="1"/>
          <p:nvPr/>
        </p:nvSpPr>
        <p:spPr>
          <a:xfrm>
            <a:off x="8907966" y="3784600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83B9C-48E1-452B-8A41-C7C250F04F29}"/>
              </a:ext>
            </a:extLst>
          </p:cNvPr>
          <p:cNvSpPr txBox="1"/>
          <p:nvPr/>
        </p:nvSpPr>
        <p:spPr>
          <a:xfrm>
            <a:off x="5184380" y="6213681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DC97C-7565-4ABD-836B-CD5ADAA3FD58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72A016-31F3-446C-999B-336B736979C9}"/>
              </a:ext>
            </a:extLst>
          </p:cNvPr>
          <p:cNvSpPr/>
          <p:nvPr/>
        </p:nvSpPr>
        <p:spPr>
          <a:xfrm>
            <a:off x="2393795" y="2641600"/>
            <a:ext cx="789672" cy="54186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61683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3105C-0B14-4586-AB58-727D16291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796" y="2125133"/>
            <a:ext cx="6106103" cy="4049816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CA9323-0DFE-4193-B2DF-BF4E9C297A7A}"/>
              </a:ext>
            </a:extLst>
          </p:cNvPr>
          <p:cNvGraphicFramePr>
            <a:graphicFrameLocks noGrp="1"/>
          </p:cNvGraphicFramePr>
          <p:nvPr/>
        </p:nvGraphicFramePr>
        <p:xfrm>
          <a:off x="2393796" y="2125133"/>
          <a:ext cx="6106104" cy="4076989"/>
        </p:xfrm>
        <a:graphic>
          <a:graphicData uri="http://schemas.openxmlformats.org/drawingml/2006/table">
            <a:tbl>
              <a:tblPr bandRow="1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763263">
                  <a:extLst>
                    <a:ext uri="{9D8B030D-6E8A-4147-A177-3AD203B41FA5}">
                      <a16:colId xmlns:a16="http://schemas.microsoft.com/office/drawing/2014/main" val="535304727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489373814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2402207777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2958546922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2762079639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1772545240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750779702"/>
                    </a:ext>
                  </a:extLst>
                </a:gridCol>
                <a:gridCol w="763263">
                  <a:extLst>
                    <a:ext uri="{9D8B030D-6E8A-4147-A177-3AD203B41FA5}">
                      <a16:colId xmlns:a16="http://schemas.microsoft.com/office/drawing/2014/main" val="3677669528"/>
                    </a:ext>
                  </a:extLst>
                </a:gridCol>
              </a:tblGrid>
              <a:tr h="506227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430467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  <a:p>
                      <a:endParaRPr lang="en-US" sz="11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334383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004633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(1,1,0,0)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734245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(0,1,0,1)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591217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325113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65108"/>
                  </a:ext>
                </a:extLst>
              </a:tr>
              <a:tr h="506227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(1,0,0,1)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(0,0,0,1)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(0,0,1,1)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4225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E5C8AD-DF8D-42ED-BB22-6E6FEB57A41B}"/>
              </a:ext>
            </a:extLst>
          </p:cNvPr>
          <p:cNvSpPr txBox="1"/>
          <p:nvPr/>
        </p:nvSpPr>
        <p:spPr>
          <a:xfrm>
            <a:off x="1643567" y="33439"/>
            <a:ext cx="726439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e-IL" sz="1400" dirty="0">
                <a:solidFill>
                  <a:prstClr val="black"/>
                </a:solidFill>
                <a:latin typeface="Century Gothic" panose="020B0502020202020204"/>
              </a:rPr>
              <a:t>נשתמש בווקטור באורך  16 ביט בשם </a:t>
            </a:r>
            <a:r>
              <a:rPr lang="en-US" sz="1400" b="1" dirty="0">
                <a:solidFill>
                  <a:prstClr val="black"/>
                </a:solidFill>
                <a:latin typeface="Century Gothic" panose="020B0502020202020204"/>
              </a:rPr>
              <a:t>Hit_Reg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e-IL" sz="1400" dirty="0">
                <a:solidFill>
                  <a:prstClr val="black"/>
                </a:solidFill>
                <a:latin typeface="Century Gothic" panose="020B0502020202020204"/>
              </a:rPr>
              <a:t>נאסוף את כל </a:t>
            </a:r>
            <a:r>
              <a:rPr lang="en-US" sz="1400" dirty="0">
                <a:solidFill>
                  <a:prstClr val="black"/>
                </a:solidFill>
                <a:latin typeface="Century Gothic" panose="020B0502020202020204"/>
              </a:rPr>
              <a:t>Hit_Edge codes </a:t>
            </a:r>
            <a:r>
              <a:rPr lang="he-IL" sz="1400" dirty="0">
                <a:solidFill>
                  <a:prstClr val="black"/>
                </a:solidFill>
                <a:latin typeface="Century Gothic" panose="020B0502020202020204"/>
              </a:rPr>
              <a:t> שהיו ב</a:t>
            </a:r>
            <a:r>
              <a:rPr lang="en-US" sz="1400" dirty="0">
                <a:solidFill>
                  <a:prstClr val="black"/>
                </a:solidFill>
                <a:latin typeface="Century Gothic" panose="020B0502020202020204"/>
              </a:rPr>
              <a:t>FRAME</a:t>
            </a: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he-IL" sz="1400" dirty="0">
                <a:solidFill>
                  <a:prstClr val="black"/>
                </a:solidFill>
                <a:latin typeface="Century Gothic" panose="020B0502020202020204"/>
              </a:rPr>
              <a:t>לדוגמא :  אם בהתנגשות מסוימת היה </a:t>
            </a:r>
            <a:r>
              <a:rPr lang="en-US" sz="1400" dirty="0">
                <a:solidFill>
                  <a:prstClr val="black"/>
                </a:solidFill>
                <a:latin typeface="Century Gothic" panose="020B0502020202020204"/>
              </a:rPr>
              <a:t>Hit_Edge </a:t>
            </a:r>
            <a:r>
              <a:rPr lang="he-IL" sz="1400" dirty="0">
                <a:solidFill>
                  <a:prstClr val="black"/>
                </a:solidFill>
                <a:latin typeface="Century Gothic" panose="020B0502020202020204"/>
              </a:rPr>
              <a:t>     9  אזי נסמן </a:t>
            </a:r>
          </a:p>
          <a:p>
            <a:pPr algn="r" rtl="1"/>
            <a:r>
              <a:rPr lang="he-IL" sz="1400" dirty="0">
                <a:solidFill>
                  <a:prstClr val="black"/>
                </a:solidFill>
                <a:latin typeface="Century Gothic" panose="020B0502020202020204"/>
              </a:rPr>
              <a:t>     </a:t>
            </a:r>
            <a:r>
              <a:rPr lang="en-US" sz="1400" dirty="0">
                <a:solidFill>
                  <a:prstClr val="black"/>
                </a:solidFill>
              </a:rPr>
              <a:t>Hit_Reg[9]&lt;=1’b1</a:t>
            </a:r>
          </a:p>
          <a:p>
            <a:pPr marL="285750" indent="-285750" algn="r" rtl="1">
              <a:buFontTx/>
              <a:buChar char="-"/>
            </a:pPr>
            <a:r>
              <a:rPr lang="he-IL" sz="1400" dirty="0">
                <a:solidFill>
                  <a:prstClr val="black"/>
                </a:solidFill>
              </a:rPr>
              <a:t>בתחילת כל </a:t>
            </a:r>
            <a:r>
              <a:rPr lang="en-US" sz="1400" dirty="0">
                <a:solidFill>
                  <a:prstClr val="black"/>
                </a:solidFill>
              </a:rPr>
              <a:t>FRAME</a:t>
            </a:r>
            <a:r>
              <a:rPr lang="he-IL" sz="1400" dirty="0">
                <a:solidFill>
                  <a:prstClr val="black"/>
                </a:solidFill>
              </a:rPr>
              <a:t> נתפעל את האובייקטים  לפי </a:t>
            </a:r>
            <a:r>
              <a:rPr lang="en-US" sz="1400" dirty="0">
                <a:solidFill>
                  <a:prstClr val="black"/>
                </a:solidFill>
              </a:rPr>
              <a:t>Hit_Reg</a:t>
            </a:r>
            <a:r>
              <a:rPr lang="he-IL" sz="1400" dirty="0">
                <a:solidFill>
                  <a:prstClr val="black"/>
                </a:solidFill>
              </a:rPr>
              <a:t> מה </a:t>
            </a:r>
            <a:r>
              <a:rPr lang="en-US" sz="1400" dirty="0">
                <a:solidFill>
                  <a:prstClr val="black"/>
                </a:solidFill>
              </a:rPr>
              <a:t>FRAME </a:t>
            </a:r>
            <a:r>
              <a:rPr lang="he-IL" sz="1400" dirty="0">
                <a:solidFill>
                  <a:prstClr val="black"/>
                </a:solidFill>
              </a:rPr>
              <a:t> הקודם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  <a:r>
              <a:rPr lang="he-IL" sz="1400" dirty="0">
                <a:solidFill>
                  <a:prstClr val="black"/>
                </a:solidFill>
              </a:rPr>
              <a:t> ונאפס את </a:t>
            </a:r>
            <a:r>
              <a:rPr lang="en-US" sz="1400" dirty="0">
                <a:solidFill>
                  <a:prstClr val="black"/>
                </a:solidFill>
              </a:rPr>
              <a:t>Hit_Reg</a:t>
            </a:r>
            <a:r>
              <a:rPr lang="he-IL" sz="1400" dirty="0">
                <a:solidFill>
                  <a:prstClr val="black"/>
                </a:solidFill>
              </a:rPr>
              <a:t> </a:t>
            </a:r>
          </a:p>
          <a:p>
            <a:pPr marL="285750" indent="-285750" algn="r" rtl="1">
              <a:buFontTx/>
              <a:buChar char="-"/>
            </a:pPr>
            <a:r>
              <a:rPr lang="he-IL" sz="1400" dirty="0">
                <a:solidFill>
                  <a:prstClr val="black"/>
                </a:solidFill>
              </a:rPr>
              <a:t>לדוגמא : אם ה </a:t>
            </a:r>
            <a:r>
              <a:rPr lang="en-US" sz="1400" dirty="0">
                <a:solidFill>
                  <a:prstClr val="black"/>
                </a:solidFill>
              </a:rPr>
              <a:t>Hit_Reg</a:t>
            </a:r>
            <a:r>
              <a:rPr lang="he-IL" sz="1400" dirty="0">
                <a:solidFill>
                  <a:prstClr val="black"/>
                </a:solidFill>
              </a:rPr>
              <a:t> ב </a:t>
            </a:r>
            <a:r>
              <a:rPr lang="en-US" sz="1400" dirty="0">
                <a:solidFill>
                  <a:prstClr val="black"/>
                </a:solidFill>
              </a:rPr>
              <a:t>FRAME</a:t>
            </a:r>
            <a:r>
              <a:rPr lang="he-IL" sz="1400" dirty="0">
                <a:solidFill>
                  <a:prstClr val="black"/>
                </a:solidFill>
              </a:rPr>
              <a:t> הקודם היה   0001000100000000</a:t>
            </a:r>
            <a:endParaRPr lang="en-US" sz="1400" dirty="0">
              <a:solidFill>
                <a:prstClr val="black"/>
              </a:solidFill>
            </a:endParaRPr>
          </a:p>
          <a:p>
            <a:pPr algn="r" rtl="1"/>
            <a:r>
              <a:rPr lang="en-US" sz="1400" dirty="0">
                <a:solidFill>
                  <a:prstClr val="black"/>
                </a:solidFill>
              </a:rPr>
              <a:t>      </a:t>
            </a:r>
            <a:r>
              <a:rPr lang="he-IL" sz="1400" dirty="0">
                <a:solidFill>
                  <a:prstClr val="black"/>
                </a:solidFill>
              </a:rPr>
              <a:t> אזי היו התנגשויות עם   </a:t>
            </a:r>
            <a:r>
              <a:rPr lang="en-US" sz="1400" dirty="0">
                <a:solidFill>
                  <a:prstClr val="black"/>
                </a:solidFill>
              </a:rPr>
              <a:t>   </a:t>
            </a:r>
            <a:r>
              <a:rPr lang="he-IL" sz="1400" dirty="0">
                <a:solidFill>
                  <a:prstClr val="black"/>
                </a:solidFill>
              </a:rPr>
              <a:t>  </a:t>
            </a:r>
            <a:r>
              <a:rPr lang="en-US" sz="1400" b="1" dirty="0">
                <a:solidFill>
                  <a:prstClr val="black"/>
                </a:solidFill>
                <a:highlight>
                  <a:srgbClr val="FFFF00"/>
                </a:highlight>
              </a:rPr>
              <a:t>C </a:t>
            </a:r>
            <a:r>
              <a:rPr lang="he-IL" sz="1400" b="1" dirty="0">
                <a:solidFill>
                  <a:prstClr val="black"/>
                </a:solidFill>
                <a:highlight>
                  <a:srgbClr val="FFFF00"/>
                </a:highlight>
              </a:rPr>
              <a:t> ו  8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  <a:r>
              <a:rPr lang="he-IL" sz="1400" dirty="0">
                <a:solidFill>
                  <a:prstClr val="black"/>
                </a:solidFill>
              </a:rPr>
              <a:t>   </a:t>
            </a:r>
            <a:r>
              <a:rPr lang="en-US" sz="1400" dirty="0">
                <a:solidFill>
                  <a:prstClr val="black"/>
                </a:solidFill>
              </a:rPr>
              <a:t>       </a:t>
            </a:r>
            <a:r>
              <a:rPr lang="en-US" sz="1600" dirty="0">
                <a:solidFill>
                  <a:prstClr val="black"/>
                </a:solidFill>
              </a:rPr>
              <a:t>Hit_Edge codes</a:t>
            </a:r>
            <a:r>
              <a:rPr lang="he-IL" sz="1600" dirty="0">
                <a:solidFill>
                  <a:prstClr val="black"/>
                </a:solidFill>
              </a:rPr>
              <a:t>   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</a:p>
          <a:p>
            <a:pPr algn="r" rtl="1"/>
            <a:endParaRPr lang="en-US" sz="1600" dirty="0">
              <a:solidFill>
                <a:prstClr val="black"/>
              </a:solidFill>
            </a:endParaRPr>
          </a:p>
          <a:p>
            <a:pPr marR="0" lvl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he-IL" dirty="0">
              <a:solidFill>
                <a:prstClr val="black"/>
              </a:solidFill>
              <a:latin typeface="Century Gothic" panose="020B0502020202020204"/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C4BAA9-79B8-4496-852D-E7EB07104A12}"/>
              </a:ext>
            </a:extLst>
          </p:cNvPr>
          <p:cNvSpPr txBox="1"/>
          <p:nvPr/>
        </p:nvSpPr>
        <p:spPr>
          <a:xfrm>
            <a:off x="1769533" y="3784600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F6349-809E-4AE1-9050-539616C37CD5}"/>
              </a:ext>
            </a:extLst>
          </p:cNvPr>
          <p:cNvSpPr txBox="1"/>
          <p:nvPr/>
        </p:nvSpPr>
        <p:spPr>
          <a:xfrm>
            <a:off x="5291665" y="1650916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97267-F52D-406B-A8CF-ACA0832876F7}"/>
              </a:ext>
            </a:extLst>
          </p:cNvPr>
          <p:cNvSpPr txBox="1"/>
          <p:nvPr/>
        </p:nvSpPr>
        <p:spPr>
          <a:xfrm>
            <a:off x="8907966" y="3784600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83B9C-48E1-452B-8A41-C7C250F04F29}"/>
              </a:ext>
            </a:extLst>
          </p:cNvPr>
          <p:cNvSpPr txBox="1"/>
          <p:nvPr/>
        </p:nvSpPr>
        <p:spPr>
          <a:xfrm>
            <a:off x="5184380" y="6213681"/>
            <a:ext cx="524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DC97C-7565-4ABD-836B-CD5ADAA3FD58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1567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5C8AD-DF8D-42ED-BB22-6E6FEB57A41B}"/>
              </a:ext>
            </a:extLst>
          </p:cNvPr>
          <p:cNvSpPr txBox="1"/>
          <p:nvPr/>
        </p:nvSpPr>
        <p:spPr>
          <a:xfrm>
            <a:off x="1837267" y="658402"/>
            <a:ext cx="72643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מכונת המצבים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Smiley Move</a:t>
            </a:r>
            <a:r>
              <a:rPr lang="en-US" sz="2800" b="1" dirty="0">
                <a:solidFill>
                  <a:prstClr val="black"/>
                </a:solidFill>
                <a:latin typeface="Century Gothic" panose="020B0502020202020204"/>
                <a:cs typeface="Gisha" panose="020B0502040204020203" pitchFamily="34" charset="-79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Motion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>
                <a:solidFill>
                  <a:prstClr val="black"/>
                </a:solidFill>
                <a:latin typeface="Century Gothic" panose="020B0502020202020204"/>
                <a:cs typeface="Gisha" panose="020B0502040204020203" pitchFamily="34" charset="-79"/>
              </a:rPr>
              <a:t>            תזוזת הסמיילי מנוהלת לפי מכונת המצבים  הבאה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DC97C-7565-4ABD-836B-CD5ADAA3FD58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4CD52C-36B8-45B8-914A-FBE466D59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333" y="2517777"/>
            <a:ext cx="8629170" cy="29310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31000E-9848-4158-81A8-2A3E6AA581BD}"/>
              </a:ext>
            </a:extLst>
          </p:cNvPr>
          <p:cNvSpPr txBox="1"/>
          <p:nvPr/>
        </p:nvSpPr>
        <p:spPr>
          <a:xfrm>
            <a:off x="2889424" y="2760133"/>
            <a:ext cx="91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686F40-4854-4916-9324-F2997AF23553}"/>
              </a:ext>
            </a:extLst>
          </p:cNvPr>
          <p:cNvSpPr txBox="1"/>
          <p:nvPr/>
        </p:nvSpPr>
        <p:spPr>
          <a:xfrm>
            <a:off x="4557358" y="2807731"/>
            <a:ext cx="91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SOF</a:t>
            </a:r>
          </a:p>
        </p:txBody>
      </p:sp>
    </p:spTree>
    <p:extLst>
      <p:ext uri="{BB962C8B-B14F-4D97-AF65-F5344CB8AC3E}">
        <p14:creationId xmlns:p14="http://schemas.microsoft.com/office/powerpoint/2010/main" val="1382672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5C8AD-DF8D-42ED-BB22-6E6FEB57A41B}"/>
              </a:ext>
            </a:extLst>
          </p:cNvPr>
          <p:cNvSpPr txBox="1"/>
          <p:nvPr/>
        </p:nvSpPr>
        <p:spPr>
          <a:xfrm>
            <a:off x="1837267" y="658402"/>
            <a:ext cx="7264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מכונת המצבים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Smiley Move Motion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entury Gothic" panose="020B0502020202020204"/>
              </a:rPr>
              <a:t>IDLE_ST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DC97C-7565-4ABD-836B-CD5ADAA3FD58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272DB-1BA6-4707-B1CF-312AEBCD9F53}"/>
              </a:ext>
            </a:extLst>
          </p:cNvPr>
          <p:cNvSpPr txBox="1"/>
          <p:nvPr/>
        </p:nvSpPr>
        <p:spPr>
          <a:xfrm>
            <a:off x="2819400" y="2819400"/>
            <a:ext cx="70527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 XSPPED,YSPEED,XPOSITION,YPOSITION </a:t>
            </a:r>
            <a:r>
              <a:rPr lang="he-IL" dirty="0">
                <a:solidFill>
                  <a:schemeClr val="bg1"/>
                </a:solidFill>
              </a:rPr>
              <a:t>מאתחלים </a:t>
            </a:r>
            <a:r>
              <a:rPr lang="en-US" dirty="0">
                <a:solidFill>
                  <a:schemeClr val="bg1"/>
                </a:solidFill>
              </a:rPr>
              <a:t> -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he-IL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 MOVE_ST</a:t>
            </a:r>
            <a:r>
              <a:rPr lang="he-IL" dirty="0">
                <a:solidFill>
                  <a:schemeClr val="bg1"/>
                </a:solidFill>
              </a:rPr>
              <a:t>עוברים ל    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e-IL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SOF </a:t>
            </a:r>
            <a:r>
              <a:rPr lang="he-IL" dirty="0">
                <a:solidFill>
                  <a:schemeClr val="bg1"/>
                </a:solidFill>
              </a:rPr>
              <a:t>ב</a:t>
            </a:r>
            <a:r>
              <a:rPr lang="en-US" dirty="0">
                <a:solidFill>
                  <a:schemeClr val="bg1"/>
                </a:solidFill>
              </a:rPr>
              <a:t>  - </a:t>
            </a:r>
            <a:endParaRPr lang="he-IL" dirty="0">
              <a:solidFill>
                <a:schemeClr val="bg1"/>
              </a:solidFill>
            </a:endParaRPr>
          </a:p>
          <a:p>
            <a:pPr algn="r"/>
            <a:r>
              <a:rPr lang="en-US" dirty="0">
                <a:solidFill>
                  <a:schemeClr val="bg1"/>
                </a:solidFill>
              </a:rPr>
              <a:t>RESET </a:t>
            </a:r>
            <a:r>
              <a:rPr lang="he-IL" b="1" dirty="0">
                <a:solidFill>
                  <a:schemeClr val="bg1"/>
                </a:solidFill>
              </a:rPr>
              <a:t>-</a:t>
            </a:r>
            <a:r>
              <a:rPr lang="he-IL" dirty="0">
                <a:solidFill>
                  <a:schemeClr val="bg1"/>
                </a:solidFill>
              </a:rPr>
              <a:t> חוזרים למצב זה רק ב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118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5C8AD-DF8D-42ED-BB22-6E6FEB57A41B}"/>
              </a:ext>
            </a:extLst>
          </p:cNvPr>
          <p:cNvSpPr txBox="1"/>
          <p:nvPr/>
        </p:nvSpPr>
        <p:spPr>
          <a:xfrm>
            <a:off x="1837267" y="658402"/>
            <a:ext cx="7264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מכונת המצבים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Smiley Move Motion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Century Gothic" panose="020B0502020202020204"/>
              </a:rPr>
              <a:t>Move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_ST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DC97C-7565-4ABD-836B-CD5ADAA3FD58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272DB-1BA6-4707-B1CF-312AEBCD9F53}"/>
              </a:ext>
            </a:extLst>
          </p:cNvPr>
          <p:cNvSpPr txBox="1"/>
          <p:nvPr/>
        </p:nvSpPr>
        <p:spPr>
          <a:xfrm>
            <a:off x="1607684" y="1845607"/>
            <a:ext cx="89766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בודקים אם היה לחיצה על מקש מעלה</a:t>
            </a:r>
            <a:r>
              <a:rPr lang="he-IL" dirty="0">
                <a:solidFill>
                  <a:prstClr val="black"/>
                </a:solidFill>
                <a:latin typeface="Century Gothic" panose="020B0502020202020204"/>
              </a:rPr>
              <a:t> בזמן תנועה מטה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או שינוי כיוון ומשנים תנועה בהתאם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  <a:defRPr/>
            </a:pPr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בכל פעם שיש התנגשות מסמנים '1' ב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</a:t>
            </a:r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HIT_REG[HIT_EDGE] </a:t>
            </a:r>
          </a:p>
          <a:p>
            <a:pPr marL="285750" indent="-285750" algn="r" rtl="1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Century Gothic" panose="020B0502020202020204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Century Gothic" panose="020B0502020202020204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  <a:defRPr/>
            </a:pPr>
            <a:endParaRPr kumimoji="0" lang="he-IL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1200150" lvl="2" indent="-285750" algn="r" rtl="1">
              <a:buFont typeface="Arial" panose="020B0604020202020204" pitchFamily="34" charset="0"/>
              <a:buChar char="•"/>
              <a:defRPr/>
            </a:pPr>
            <a:endParaRPr kumimoji="0" lang="he-IL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  <a:defRPr/>
            </a:pPr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ב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SOF </a:t>
            </a:r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עוברים ל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START_OF_FRAME_ST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5C3D7-42E7-B985-36B4-A8B9AAE6BE1F}"/>
              </a:ext>
            </a:extLst>
          </p:cNvPr>
          <p:cNvSpPr txBox="1"/>
          <p:nvPr/>
        </p:nvSpPr>
        <p:spPr>
          <a:xfrm>
            <a:off x="882502" y="2867831"/>
            <a:ext cx="6103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// collecting collisions</a:t>
            </a:r>
          </a:p>
          <a:p>
            <a:r>
              <a:rPr lang="en-US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collision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	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hit_reg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HitEdgeCode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]&lt;=</a:t>
            </a:r>
            <a:r>
              <a:rPr lang="en-US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1'b1</a:t>
            </a:r>
            <a:r>
              <a:rPr lang="en-US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7481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5C8AD-DF8D-42ED-BB22-6E6FEB57A41B}"/>
              </a:ext>
            </a:extLst>
          </p:cNvPr>
          <p:cNvSpPr txBox="1"/>
          <p:nvPr/>
        </p:nvSpPr>
        <p:spPr>
          <a:xfrm>
            <a:off x="1837267" y="658402"/>
            <a:ext cx="72643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מכונת המצבים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Smiley Move Motion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lvl="0" algn="ctr"/>
            <a:r>
              <a:rPr lang="en-US" sz="1600" b="1" dirty="0">
                <a:solidFill>
                  <a:prstClr val="black"/>
                </a:solidFill>
              </a:rPr>
              <a:t>START_OF_FRAME_ST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DC97C-7565-4ABD-836B-CD5ADAA3FD58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272DB-1BA6-4707-B1CF-312AEBCD9F53}"/>
              </a:ext>
            </a:extLst>
          </p:cNvPr>
          <p:cNvSpPr txBox="1"/>
          <p:nvPr/>
        </p:nvSpPr>
        <p:spPr>
          <a:xfrm>
            <a:off x="1984075" y="1734878"/>
            <a:ext cx="88024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 </a:t>
            </a:r>
            <a:r>
              <a:rPr lang="he-IL" dirty="0">
                <a:solidFill>
                  <a:prstClr val="black"/>
                </a:solidFill>
                <a:latin typeface="Century Gothic" panose="020B0502020202020204"/>
                <a:cs typeface="Gisha" panose="020B0502040204020203" pitchFamily="34" charset="-79"/>
              </a:rPr>
              <a:t> ומחליטים מה לעשות עם הסמיילי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HIT_REG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-בתחילת פריים מנתחים את הפריים הקודם  לפי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 לדוגמא: אם ההתנגשויות בפריים הקודם היו רק בקודקודיים אזי משנים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את  המהירויות למינוס המהירות שהייתה בשני הצירים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22EAA1-E738-9A99-BE68-B900A3002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801" y="3263156"/>
            <a:ext cx="5153744" cy="3905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CAAB3C-6EC2-2A8A-E6EA-1FBD2CA60D0D}"/>
              </a:ext>
            </a:extLst>
          </p:cNvPr>
          <p:cNvSpPr txBox="1"/>
          <p:nvPr/>
        </p:nvSpPr>
        <p:spPr>
          <a:xfrm>
            <a:off x="806192" y="2249508"/>
            <a:ext cx="2268746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chemeClr val="bg1"/>
                </a:solidFill>
              </a:rPr>
              <a:t> (בהערה)</a:t>
            </a:r>
            <a:r>
              <a:rPr lang="en-US" dirty="0">
                <a:solidFill>
                  <a:schemeClr val="bg1"/>
                </a:solidFill>
              </a:rPr>
              <a:t>Hit Edge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Hit  Reg </a:t>
            </a: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00B0F34-100F-D0B2-700C-AF4677E593EC}"/>
              </a:ext>
            </a:extLst>
          </p:cNvPr>
          <p:cNvSpPr/>
          <p:nvPr/>
        </p:nvSpPr>
        <p:spPr>
          <a:xfrm rot="1410953">
            <a:off x="2958575" y="2968642"/>
            <a:ext cx="1334898" cy="1059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5E91D52-07E9-52B5-1871-A05BB0EE72BD}"/>
              </a:ext>
            </a:extLst>
          </p:cNvPr>
          <p:cNvSpPr/>
          <p:nvPr/>
        </p:nvSpPr>
        <p:spPr>
          <a:xfrm rot="19894751">
            <a:off x="2720372" y="3876676"/>
            <a:ext cx="1588906" cy="1651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695360-C0C3-4135-CC05-74C0E176012E}"/>
              </a:ext>
            </a:extLst>
          </p:cNvPr>
          <p:cNvSpPr/>
          <p:nvPr/>
        </p:nvSpPr>
        <p:spPr>
          <a:xfrm>
            <a:off x="1593422" y="5131169"/>
            <a:ext cx="806345" cy="66506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3C45D6F-727E-C7E3-8DC8-CD17F9EF5318}"/>
              </a:ext>
            </a:extLst>
          </p:cNvPr>
          <p:cNvSpPr/>
          <p:nvPr/>
        </p:nvSpPr>
        <p:spPr>
          <a:xfrm rot="362521">
            <a:off x="1361515" y="5363279"/>
            <a:ext cx="629214" cy="144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B3731DA-C28C-47E4-8D12-16734AD021A4}"/>
              </a:ext>
            </a:extLst>
          </p:cNvPr>
          <p:cNvSpPr/>
          <p:nvPr/>
        </p:nvSpPr>
        <p:spPr>
          <a:xfrm rot="5803903">
            <a:off x="1524634" y="5866891"/>
            <a:ext cx="888777" cy="1604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3FD0BC-95D2-9333-DFC3-FF1C113CF293}"/>
              </a:ext>
            </a:extLst>
          </p:cNvPr>
          <p:cNvCxnSpPr/>
          <p:nvPr/>
        </p:nvCxnSpPr>
        <p:spPr>
          <a:xfrm flipH="1" flipV="1">
            <a:off x="1837267" y="4676345"/>
            <a:ext cx="1390736" cy="157205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C62C7A1-3FD1-DD04-914D-56D1A8B809EB}"/>
              </a:ext>
            </a:extLst>
          </p:cNvPr>
          <p:cNvSpPr txBox="1"/>
          <p:nvPr/>
        </p:nvSpPr>
        <p:spPr>
          <a:xfrm>
            <a:off x="541393" y="5786556"/>
            <a:ext cx="814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rgbClr val="000000"/>
                </a:solidFill>
              </a:rPr>
              <a:t>פינה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B5A81D-C5D6-B0A2-AF79-FD69DE9A92DB}"/>
              </a:ext>
            </a:extLst>
          </p:cNvPr>
          <p:cNvSpPr txBox="1"/>
          <p:nvPr/>
        </p:nvSpPr>
        <p:spPr>
          <a:xfrm>
            <a:off x="3350731" y="4591902"/>
            <a:ext cx="79155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16'h1000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16'h0040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16'h0008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16'h0200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u-H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// one of the four corners </a:t>
            </a:r>
            <a:endParaRPr lang="he-IL" sz="180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r>
              <a:rPr lang="hu-HU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he-IL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he-IL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Yspeed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Yspeed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Xspeed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Xspeed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he-IL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hu-HU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he-IL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64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6" grpId="0" animBg="1"/>
      <p:bldP spid="14" grpId="0" animBg="1"/>
      <p:bldP spid="15" grpId="0" animBg="1"/>
      <p:bldP spid="16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5C8AD-DF8D-42ED-BB22-6E6FEB57A41B}"/>
              </a:ext>
            </a:extLst>
          </p:cNvPr>
          <p:cNvSpPr txBox="1"/>
          <p:nvPr/>
        </p:nvSpPr>
        <p:spPr>
          <a:xfrm>
            <a:off x="1837267" y="658402"/>
            <a:ext cx="726439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מכונת המצבים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Smiley Move Motion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lvl="0" algn="ctr" rtl="1"/>
            <a:r>
              <a:rPr lang="en-US" sz="1600" b="1" dirty="0">
                <a:solidFill>
                  <a:prstClr val="black"/>
                </a:solidFill>
              </a:rPr>
              <a:t>   START_OF_FRAME_ST </a:t>
            </a:r>
            <a:r>
              <a:rPr lang="he-IL" sz="1600" b="1" dirty="0">
                <a:solidFill>
                  <a:prstClr val="black"/>
                </a:solidFill>
              </a:rPr>
              <a:t>המשך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285750" marR="0" lvl="0" indent="-2857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2DC97C-7565-4ABD-836B-CD5ADAA3FD58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272DB-1BA6-4707-B1CF-312AEBCD9F53}"/>
              </a:ext>
            </a:extLst>
          </p:cNvPr>
          <p:cNvSpPr txBox="1"/>
          <p:nvPr/>
        </p:nvSpPr>
        <p:spPr>
          <a:xfrm>
            <a:off x="1957181" y="1825645"/>
            <a:ext cx="88024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- לדוגמא: אם ההתנגשויות בפריים הקודם היו רק באחד הצדדים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את  המהירויות למינוס המהירות שהייתה באחד הצירים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entury Gothic" panose="020B0502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entury Gothic" panose="020B0502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entury Gothic" panose="020B0502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entury Gothic" panose="020B0502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entury Gothic" panose="020B0502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dirty="0">
              <a:solidFill>
                <a:prstClr val="black"/>
              </a:solidFill>
              <a:latin typeface="Century Gothic" panose="020B0502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POSITION_CHANGE_ST 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-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עוברים  למצב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F597CA1-430B-D04A-B845-6C340FB49C65}"/>
              </a:ext>
            </a:extLst>
          </p:cNvPr>
          <p:cNvSpPr/>
          <p:nvPr/>
        </p:nvSpPr>
        <p:spPr>
          <a:xfrm>
            <a:off x="9493087" y="3517678"/>
            <a:ext cx="506488" cy="5701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E54FAE3-724E-B618-1AD2-3A28D0E86C3F}"/>
              </a:ext>
            </a:extLst>
          </p:cNvPr>
          <p:cNvSpPr/>
          <p:nvPr/>
        </p:nvSpPr>
        <p:spPr>
          <a:xfrm rot="3063364">
            <a:off x="9093556" y="3250688"/>
            <a:ext cx="629214" cy="144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FBFF244-A0CE-0400-29E7-9BC15F6C18CD}"/>
              </a:ext>
            </a:extLst>
          </p:cNvPr>
          <p:cNvSpPr/>
          <p:nvPr/>
        </p:nvSpPr>
        <p:spPr>
          <a:xfrm rot="7087750">
            <a:off x="8937531" y="4370055"/>
            <a:ext cx="888777" cy="1604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F0B039-2511-4F1C-E8CA-DB1AFB7A7003}"/>
              </a:ext>
            </a:extLst>
          </p:cNvPr>
          <p:cNvCxnSpPr>
            <a:cxnSpLocks/>
          </p:cNvCxnSpPr>
          <p:nvPr/>
        </p:nvCxnSpPr>
        <p:spPr>
          <a:xfrm flipV="1">
            <a:off x="9999575" y="3073932"/>
            <a:ext cx="12141" cy="15697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7D40F1-BD24-DF8E-48BF-A6AECDE6053A}"/>
              </a:ext>
            </a:extLst>
          </p:cNvPr>
          <p:cNvSpPr txBox="1"/>
          <p:nvPr/>
        </p:nvSpPr>
        <p:spPr>
          <a:xfrm>
            <a:off x="8092507" y="5161886"/>
            <a:ext cx="8142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rgbClr val="000000"/>
                </a:solidFill>
              </a:rPr>
              <a:t>קיר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B5A81D-C5D6-B0A2-AF79-FD69DE9A92DB}"/>
              </a:ext>
            </a:extLst>
          </p:cNvPr>
          <p:cNvSpPr txBox="1"/>
          <p:nvPr/>
        </p:nvSpPr>
        <p:spPr>
          <a:xfrm>
            <a:off x="493846" y="3858807"/>
            <a:ext cx="82504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// 8H ; (CH &amp; 8H) ; (8H &amp; 9H) ; (cH &amp; 9H) ;(cH &amp; 9H &amp; 8H) </a:t>
            </a:r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16'h0100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16'h1100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16'h0300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16'h1200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16'h1300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u-H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// left side </a:t>
            </a:r>
            <a:r>
              <a:rPr lang="hu-HU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hu-HU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Xspeed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u-HU" sz="18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800" b="1" dirty="0">
              <a:solidFill>
                <a:srgbClr val="000080"/>
              </a:solidFill>
              <a:effectLst/>
              <a:latin typeface="Courier New" panose="02070309020205020404" pitchFamily="49" charset="0"/>
            </a:endParaRPr>
          </a:p>
          <a:p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	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Xspeed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&lt;=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Xspeed </a:t>
            </a:r>
            <a:r>
              <a:rPr lang="hu-HU" sz="18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hu-H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hu-HU" sz="18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end</a:t>
            </a:r>
            <a:endParaRPr lang="hu-HU" sz="18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876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1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B7D4EE-23EE-CB04-CCB9-4DFF3A3AA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0753-C301-7310-D5E2-EE422466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B86A2-802A-0188-CFCF-42CB5FD4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64C80-D045-0BDA-97C4-5F6A8B37F894}"/>
              </a:ext>
            </a:extLst>
          </p:cNvPr>
          <p:cNvSpPr txBox="1"/>
          <p:nvPr/>
        </p:nvSpPr>
        <p:spPr>
          <a:xfrm>
            <a:off x="1837267" y="658402"/>
            <a:ext cx="72643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מכונת המצבים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Smiley Move Motion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POSITION_CHANGE_ST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93EC0-6E15-7F73-4D5F-A76AF3F4654D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25266-876C-390B-9B05-C165C480755C}"/>
              </a:ext>
            </a:extLst>
          </p:cNvPr>
          <p:cNvSpPr txBox="1"/>
          <p:nvPr/>
        </p:nvSpPr>
        <p:spPr>
          <a:xfrm>
            <a:off x="1069675" y="2819399"/>
            <a:ext cx="88024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>
                <a:solidFill>
                  <a:prstClr val="black"/>
                </a:solidFill>
                <a:latin typeface="Century Gothic" panose="020B0502020202020204"/>
                <a:cs typeface="Gisha" panose="020B0502040204020203" pitchFamily="34" charset="-79"/>
              </a:rPr>
              <a:t>משנים את מיקום הסמיילי בשני הצירים לפי המהירויות המעודכנות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lvl="0" algn="r">
              <a:defRPr/>
            </a:pPr>
            <a:r>
              <a:rPr lang="en-US" dirty="0">
                <a:solidFill>
                  <a:prstClr val="black"/>
                </a:solidFill>
              </a:rPr>
              <a:t>Y</a:t>
            </a:r>
            <a:r>
              <a:rPr lang="he-IL" dirty="0">
                <a:solidFill>
                  <a:prstClr val="black"/>
                </a:solidFill>
              </a:rPr>
              <a:t>ומוסיפים תאוצה(כבידה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 בציר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entury Gothic" panose="020B0502020202020204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prstClr val="black"/>
              </a:solidFill>
              <a:latin typeface="Century Gothic" panose="020B0502020202020204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POSITION_LIMITS_ST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עוברים למצב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–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F71D9-5220-C26A-F61F-3D1D853BD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866" y="3429000"/>
            <a:ext cx="7744906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51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000">
              <a:schemeClr val="accent1">
                <a:lumMod val="60000"/>
                <a:lumOff val="40000"/>
              </a:schemeClr>
            </a:gs>
            <a:gs pos="20000">
              <a:schemeClr val="tx2">
                <a:lumMod val="40000"/>
                <a:lumOff val="60000"/>
              </a:schemeClr>
            </a:gs>
            <a:gs pos="100000">
              <a:schemeClr val="tx2">
                <a:lumMod val="40000"/>
                <a:lumOff val="6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7F526-9880-94D5-4138-C8A95A164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380A-19DA-1A78-F42D-9BBCBBC12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624" y="195412"/>
            <a:ext cx="5917546" cy="9259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3333CC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68C44-7671-15F4-7351-FD2BBE3C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5902" y="5583343"/>
            <a:ext cx="1142543" cy="665061"/>
          </a:xfrm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8E0D89-97D4-42DA-9634-9921BB587AD0}" type="slidenum">
              <a:rPr kumimoji="0" lang="he-IL" sz="2800" b="0" i="0" u="none" strike="noStrike" kern="1200" cap="none" spc="0" normalizeH="0" baseline="0" noProof="0">
                <a:ln>
                  <a:noFill/>
                </a:ln>
                <a:solidFill>
                  <a:srgbClr val="146194">
                    <a:lumMod val="5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Arial" charset="0"/>
              </a:rPr>
              <a:pPr marL="0" marR="0" lvl="0" indent="0" algn="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146194">
                  <a:lumMod val="50000"/>
                </a:srgbClr>
              </a:solidFill>
              <a:effectLst/>
              <a:uLnTx/>
              <a:uFillTx/>
              <a:latin typeface="Century Gothic" panose="020B0502020202020204"/>
              <a:ea typeface="+mn-ea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2104F-7BCB-608B-A4F4-6FFA65C969A8}"/>
              </a:ext>
            </a:extLst>
          </p:cNvPr>
          <p:cNvSpPr txBox="1"/>
          <p:nvPr/>
        </p:nvSpPr>
        <p:spPr>
          <a:xfrm>
            <a:off x="1837267" y="658402"/>
            <a:ext cx="72643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מכונת המצבים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Smiley Move Motion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POSITION_LIMITS_ST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5107C-33FB-ED17-A141-B243E5F56A95}"/>
              </a:ext>
            </a:extLst>
          </p:cNvPr>
          <p:cNvSpPr txBox="1"/>
          <p:nvPr/>
        </p:nvSpPr>
        <p:spPr>
          <a:xfrm>
            <a:off x="9144000" y="1507053"/>
            <a:ext cx="2319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61DCFE-AFB1-DD98-4E42-63DD6B4542B8}"/>
              </a:ext>
            </a:extLst>
          </p:cNvPr>
          <p:cNvSpPr txBox="1"/>
          <p:nvPr/>
        </p:nvSpPr>
        <p:spPr>
          <a:xfrm>
            <a:off x="1069675" y="2819399"/>
            <a:ext cx="88024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בודקים שהמיקום החדש של ה סמיילי לא נמצא מחוץ למסגרת ימינה , שמאלה, מעלה, מטה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 אם כן חורג(לא אמור לקרות)  נותנים לסמיילי את המיקום של הפנים של המסגרת שממנה יצא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dirty="0">
              <a:solidFill>
                <a:prstClr val="black"/>
              </a:solidFill>
              <a:latin typeface="Century Gothic" panose="020B0502020202020204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MOVE_ST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חוזרים  למצב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–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Gisha" panose="020B0502040204020203" pitchFamily="34" charset="-79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Gisha" panose="020B0502040204020203" pitchFamily="34" charset="-79"/>
              </a:rPr>
              <a:t>  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5A9E9A-D730-0E90-EF80-2A1EB0485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937" y="3449613"/>
            <a:ext cx="3486637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76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0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9E48B5CC8544087B85AD456E6B903" ma:contentTypeVersion="16" ma:contentTypeDescription="Create a new document." ma:contentTypeScope="" ma:versionID="2bd24cb5a6da5838bdb2dac136ce46b8">
  <xsd:schema xmlns:xsd="http://www.w3.org/2001/XMLSchema" xmlns:xs="http://www.w3.org/2001/XMLSchema" xmlns:p="http://schemas.microsoft.com/office/2006/metadata/properties" xmlns:ns3="89d0a068-a3b6-4535-a57c-d8e5a19df9cf" xmlns:ns4="47517b70-ad89-4b91-891d-c3623468e1ea" targetNamespace="http://schemas.microsoft.com/office/2006/metadata/properties" ma:root="true" ma:fieldsID="5957b7fd06b7466be6787ec8241d47f7" ns3:_="" ns4:_="">
    <xsd:import namespace="89d0a068-a3b6-4535-a57c-d8e5a19df9cf"/>
    <xsd:import namespace="47517b70-ad89-4b91-891d-c3623468e1e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d0a068-a3b6-4535-a57c-d8e5a19df9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17b70-ad89-4b91-891d-c3623468e1e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d0a068-a3b6-4535-a57c-d8e5a19df9cf" xsi:nil="true"/>
  </documentManagement>
</p:properties>
</file>

<file path=customXml/itemProps1.xml><?xml version="1.0" encoding="utf-8"?>
<ds:datastoreItem xmlns:ds="http://schemas.openxmlformats.org/officeDocument/2006/customXml" ds:itemID="{E19DBD21-38E9-49C4-9C44-A57199339C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DAFCD6-9372-4C3A-A643-B5BE8C3E31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d0a068-a3b6-4535-a57c-d8e5a19df9cf"/>
    <ds:schemaRef ds:uri="47517b70-ad89-4b91-891d-c3623468e1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3EBBED-2052-41F2-B3E7-560FA48A9A92}">
  <ds:schemaRefs>
    <ds:schemaRef ds:uri="http://purl.org/dc/dcmitype/"/>
    <ds:schemaRef ds:uri="89d0a068-a3b6-4535-a57c-d8e5a19df9cf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47517b70-ad89-4b91-891d-c3623468e1ea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1983</TotalTime>
  <Words>1234</Words>
  <Application>Microsoft Office PowerPoint</Application>
  <PresentationFormat>Widescreen</PresentationFormat>
  <Paragraphs>351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Cambria Math</vt:lpstr>
      <vt:lpstr>Century Gothic</vt:lpstr>
      <vt:lpstr>Courier New</vt:lpstr>
      <vt:lpstr>Wingdings</vt:lpstr>
      <vt:lpstr>Wingdings 3</vt:lpstr>
      <vt:lpstr>Slice</vt:lpstr>
      <vt:lpstr>HIT EDGE DETECTION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HITEDGE DETECTION</dc:title>
  <dc:creator>Eyal Lev</dc:creator>
  <cp:lastModifiedBy>Eyal Lev</cp:lastModifiedBy>
  <cp:revision>34</cp:revision>
  <dcterms:created xsi:type="dcterms:W3CDTF">2024-02-22T09:13:22Z</dcterms:created>
  <dcterms:modified xsi:type="dcterms:W3CDTF">2024-02-24T10:07:23Z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0x010100B639E48B5CC8544087B85AD456E6B903</vt:lpwstr>
  </property>
</Properties>
</file>